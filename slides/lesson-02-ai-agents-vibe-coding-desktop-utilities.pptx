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1d4aa2ea3946ec" /><Relationship Type="http://schemas.openxmlformats.org/officeDocument/2006/relationships/extended-properties" Target="/docProps/app.xml" Id="R122fd87a32514094" /><Relationship Type="http://schemas.openxmlformats.org/officeDocument/2006/relationships/officeDocument" Target="/ppt/presentation.xml" Id="Rf7bb185a49704a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0625c1391e42e7"/>
  </p:sldMasterIdLst>
  <p:notesMasterIdLst>
    <p:notesMasterId xmlns:r="http://schemas.openxmlformats.org/officeDocument/2006/relationships" r:id="R96e603a7627c40ef"/>
  </p:notesMasterIdLst>
  <p:sldIdLst>
    <p:sldId xmlns:r="http://schemas.openxmlformats.org/officeDocument/2006/relationships" id="256" r:id="R6fe94ca6608046d9"/>
    <p:sldId xmlns:r="http://schemas.openxmlformats.org/officeDocument/2006/relationships" id="257" r:id="Ra8dea8b2cc264b15"/>
    <p:sldId xmlns:r="http://schemas.openxmlformats.org/officeDocument/2006/relationships" id="258" r:id="R66305664b7d341d8"/>
    <p:sldId xmlns:r="http://schemas.openxmlformats.org/officeDocument/2006/relationships" id="259" r:id="R62e20b0d095141ca"/>
    <p:sldId xmlns:r="http://schemas.openxmlformats.org/officeDocument/2006/relationships" id="260" r:id="Rde36b2c6729144e3"/>
    <p:sldId xmlns:r="http://schemas.openxmlformats.org/officeDocument/2006/relationships" id="261" r:id="Rc0ecde53986746b9"/>
    <p:sldId xmlns:r="http://schemas.openxmlformats.org/officeDocument/2006/relationships" id="262" r:id="R9444eb00476149c0"/>
    <p:sldId xmlns:r="http://schemas.openxmlformats.org/officeDocument/2006/relationships" id="263" r:id="R535cfee5af6a47ae"/>
    <p:sldId xmlns:r="http://schemas.openxmlformats.org/officeDocument/2006/relationships" id="264" r:id="R495ad4c8b4344998"/>
    <p:sldId xmlns:r="http://schemas.openxmlformats.org/officeDocument/2006/relationships" id="265" r:id="Rdb90f5bffbca4ebf"/>
    <p:sldId xmlns:r="http://schemas.openxmlformats.org/officeDocument/2006/relationships" id="266" r:id="R4493aca7796a453c"/>
    <p:sldId xmlns:r="http://schemas.openxmlformats.org/officeDocument/2006/relationships" id="267" r:id="Rbc4d683aaef14dd9"/>
    <p:sldId xmlns:r="http://schemas.openxmlformats.org/officeDocument/2006/relationships" id="268" r:id="R75cb5ab3dc8649aa"/>
    <p:sldId xmlns:r="http://schemas.openxmlformats.org/officeDocument/2006/relationships" id="269" r:id="R5e1b655965cd4afa"/>
    <p:sldId xmlns:r="http://schemas.openxmlformats.org/officeDocument/2006/relationships" id="270" r:id="R87e8daa973034c83"/>
    <p:sldId xmlns:r="http://schemas.openxmlformats.org/officeDocument/2006/relationships" id="271" r:id="R9d7d01e32b4e4837"/>
    <p:sldId xmlns:r="http://schemas.openxmlformats.org/officeDocument/2006/relationships" id="272" r:id="R0ac4adc914a64dc6"/>
    <p:sldId xmlns:r="http://schemas.openxmlformats.org/officeDocument/2006/relationships" id="273" r:id="R86e235f0e8c84d92"/>
    <p:sldId xmlns:r="http://schemas.openxmlformats.org/officeDocument/2006/relationships" id="274" r:id="Rb5f549b1fc0945b4"/>
    <p:sldId xmlns:r="http://schemas.openxmlformats.org/officeDocument/2006/relationships" id="275" r:id="R01a0eb4ea93a44d2"/>
    <p:sldId xmlns:r="http://schemas.openxmlformats.org/officeDocument/2006/relationships" id="276" r:id="R729d09ef7da84ae7"/>
    <p:sldId xmlns:r="http://schemas.openxmlformats.org/officeDocument/2006/relationships" id="277" r:id="R880e8f402576469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43ea3ea66f4dbf" /><Relationship Type="http://schemas.openxmlformats.org/officeDocument/2006/relationships/slideMaster" Target="/ppt/slideMasters/slideMaster1.xml" Id="Rc40625c1391e42e7" /><Relationship Type="http://schemas.openxmlformats.org/officeDocument/2006/relationships/notesMaster" Target="/ppt/notesMasters/notesMaster1.xml" Id="R96e603a7627c40ef" /><Relationship Type="http://schemas.openxmlformats.org/officeDocument/2006/relationships/presProps" Target="/ppt/presProps.xml" Id="R3d4251d2904c40bd" /><Relationship Type="http://schemas.openxmlformats.org/officeDocument/2006/relationships/tableStyles" Target="/ppt/tableStyles.xml" Id="Rf3016352e5564356" /><Relationship Type="http://schemas.openxmlformats.org/officeDocument/2006/relationships/slide" Target="/ppt/slides/slide1.xml" Id="R6fe94ca6608046d9" /><Relationship Type="http://schemas.openxmlformats.org/officeDocument/2006/relationships/slide" Target="/ppt/slides/slide2.xml" Id="Ra8dea8b2cc264b15" /><Relationship Type="http://schemas.openxmlformats.org/officeDocument/2006/relationships/slide" Target="/ppt/slides/slide3.xml" Id="R66305664b7d341d8" /><Relationship Type="http://schemas.openxmlformats.org/officeDocument/2006/relationships/slide" Target="/ppt/slides/slide4.xml" Id="R62e20b0d095141ca" /><Relationship Type="http://schemas.openxmlformats.org/officeDocument/2006/relationships/slide" Target="/ppt/slides/slide5.xml" Id="Rde36b2c6729144e3" /><Relationship Type="http://schemas.openxmlformats.org/officeDocument/2006/relationships/slide" Target="/ppt/slides/slide6.xml" Id="Rc0ecde53986746b9" /><Relationship Type="http://schemas.openxmlformats.org/officeDocument/2006/relationships/slide" Target="/ppt/slides/slide7.xml" Id="R9444eb00476149c0" /><Relationship Type="http://schemas.openxmlformats.org/officeDocument/2006/relationships/slide" Target="/ppt/slides/slide8.xml" Id="R535cfee5af6a47ae" /><Relationship Type="http://schemas.openxmlformats.org/officeDocument/2006/relationships/slide" Target="/ppt/slides/slide9.xml" Id="R495ad4c8b4344998" /><Relationship Type="http://schemas.openxmlformats.org/officeDocument/2006/relationships/slide" Target="/ppt/slides/slide10.xml" Id="Rdb90f5bffbca4ebf" /><Relationship Type="http://schemas.openxmlformats.org/officeDocument/2006/relationships/slide" Target="/ppt/slides/slide11.xml" Id="R4493aca7796a453c" /><Relationship Type="http://schemas.openxmlformats.org/officeDocument/2006/relationships/slide" Target="/ppt/slides/slide12.xml" Id="Rbc4d683aaef14dd9" /><Relationship Type="http://schemas.openxmlformats.org/officeDocument/2006/relationships/slide" Target="/ppt/slides/slide13.xml" Id="R75cb5ab3dc8649aa" /><Relationship Type="http://schemas.openxmlformats.org/officeDocument/2006/relationships/slide" Target="/ppt/slides/slide14.xml" Id="R5e1b655965cd4afa" /><Relationship Type="http://schemas.openxmlformats.org/officeDocument/2006/relationships/slide" Target="/ppt/slides/slide15.xml" Id="R87e8daa973034c83" /><Relationship Type="http://schemas.openxmlformats.org/officeDocument/2006/relationships/slide" Target="/ppt/slides/slide16.xml" Id="R9d7d01e32b4e4837" /><Relationship Type="http://schemas.openxmlformats.org/officeDocument/2006/relationships/slide" Target="/ppt/slides/slide17.xml" Id="R0ac4adc914a64dc6" /><Relationship Type="http://schemas.openxmlformats.org/officeDocument/2006/relationships/slide" Target="/ppt/slides/slide18.xml" Id="R86e235f0e8c84d92" /><Relationship Type="http://schemas.openxmlformats.org/officeDocument/2006/relationships/slide" Target="/ppt/slides/slide19.xml" Id="Rb5f549b1fc0945b4" /><Relationship Type="http://schemas.openxmlformats.org/officeDocument/2006/relationships/slide" Target="/ppt/slides/slide20.xml" Id="R01a0eb4ea93a44d2" /><Relationship Type="http://schemas.openxmlformats.org/officeDocument/2006/relationships/slide" Target="/ppt/slides/slide21.xml" Id="R729d09ef7da84ae7" /><Relationship Type="http://schemas.openxmlformats.org/officeDocument/2006/relationships/slide" Target="/ppt/slides/slide22.xml" Id="R880e8f40257646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f822263b5247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56f347f6c145ea" /><Relationship Type="http://schemas.openxmlformats.org/officeDocument/2006/relationships/notesMaster" Target="/ppt/notesMasters/notesMaster1.xml" Id="Rc021647f5d7541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8e17b970484aa4" /><Relationship Type="http://schemas.openxmlformats.org/officeDocument/2006/relationships/notesMaster" Target="/ppt/notesMasters/notesMaster1.xml" Id="Rcec64c2c5a054f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23305428e545f4" /><Relationship Type="http://schemas.openxmlformats.org/officeDocument/2006/relationships/notesMaster" Target="/ppt/notesMasters/notesMaster1.xml" Id="R54e27f9e3b1d4a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41ef77ac824846" /><Relationship Type="http://schemas.openxmlformats.org/officeDocument/2006/relationships/notesMaster" Target="/ppt/notesMasters/notesMaster1.xml" Id="R63d9d683dfeb45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0189e51d754d51" /><Relationship Type="http://schemas.openxmlformats.org/officeDocument/2006/relationships/notesMaster" Target="/ppt/notesMasters/notesMaster1.xml" Id="R10e5139a7c5445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9f72cfa50b48cd" /><Relationship Type="http://schemas.openxmlformats.org/officeDocument/2006/relationships/notesMaster" Target="/ppt/notesMasters/notesMaster1.xml" Id="R87f443e646a347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f5f3728978490c" /><Relationship Type="http://schemas.openxmlformats.org/officeDocument/2006/relationships/notesMaster" Target="/ppt/notesMasters/notesMaster1.xml" Id="Rcb8e4e3ed1634c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71aa379fe24f5b" /><Relationship Type="http://schemas.openxmlformats.org/officeDocument/2006/relationships/notesMaster" Target="/ppt/notesMasters/notesMaster1.xml" Id="Rb37629f67eff45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2e20780fdf4258" /><Relationship Type="http://schemas.openxmlformats.org/officeDocument/2006/relationships/notesMaster" Target="/ppt/notesMasters/notesMaster1.xml" Id="Rf39baba1762241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1dc780336c46dc" /><Relationship Type="http://schemas.openxmlformats.org/officeDocument/2006/relationships/notesMaster" Target="/ppt/notesMasters/notesMaster1.xml" Id="R6a4f3b0c1c214a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6e1e9e4eb8042d9" /><Relationship Type="http://schemas.openxmlformats.org/officeDocument/2006/relationships/notesMaster" Target="/ppt/notesMasters/notesMaster1.xml" Id="Rff45cc623b0c410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70c944c18e47b4" /><Relationship Type="http://schemas.openxmlformats.org/officeDocument/2006/relationships/notesMaster" Target="/ppt/notesMasters/notesMaster1.xml" Id="Rd0a14a2094ea41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236680c25841b3" /><Relationship Type="http://schemas.openxmlformats.org/officeDocument/2006/relationships/notesMaster" Target="/ppt/notesMasters/notesMaster1.xml" Id="R3700996570e64c1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7e4839eba8143eb" /><Relationship Type="http://schemas.openxmlformats.org/officeDocument/2006/relationships/notesMaster" Target="/ppt/notesMasters/notesMaster1.xml" Id="R0dc118be6bc941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0b7ae8cb144abf" /><Relationship Type="http://schemas.openxmlformats.org/officeDocument/2006/relationships/notesMaster" Target="/ppt/notesMasters/notesMaster1.xml" Id="Ra799bcefbfa6451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2f12d328f294e77" /><Relationship Type="http://schemas.openxmlformats.org/officeDocument/2006/relationships/notesMaster" Target="/ppt/notesMasters/notesMaster1.xml" Id="R796320d1deee4c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d1cd40925b4b2a" /><Relationship Type="http://schemas.openxmlformats.org/officeDocument/2006/relationships/notesMaster" Target="/ppt/notesMasters/notesMaster1.xml" Id="Re31151bd05954f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9cbe46c18b94859" /><Relationship Type="http://schemas.openxmlformats.org/officeDocument/2006/relationships/notesMaster" Target="/ppt/notesMasters/notesMaster1.xml" Id="R245f52226f6b45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386ee30be35473b" /><Relationship Type="http://schemas.openxmlformats.org/officeDocument/2006/relationships/notesMaster" Target="/ppt/notesMasters/notesMaster1.xml" Id="R0554ea2626e84f4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0f54f70b6244ee" /><Relationship Type="http://schemas.openxmlformats.org/officeDocument/2006/relationships/notesMaster" Target="/ppt/notesMasters/notesMaster1.xml" Id="Racbb4fdf1e2444d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6ad264d05284406" /><Relationship Type="http://schemas.openxmlformats.org/officeDocument/2006/relationships/notesMaster" Target="/ppt/notesMasters/notesMaster1.xml" Id="R9bcd57750e7b4f6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2f5b383733c4fae" /><Relationship Type="http://schemas.openxmlformats.org/officeDocument/2006/relationships/notesMaster" Target="/ppt/notesMasters/notesMaster1.xml" Id="Rd1651ac7427840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bdc642902c4c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82020b20ca4490" /><Relationship Type="http://schemas.openxmlformats.org/officeDocument/2006/relationships/slideLayout" Target="/ppt/slideLayouts/slideLayout1.xml" Id="Rc10ee2b0f8ba40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0ee2b0f8ba40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ecbedbce04807" /><Relationship Type="http://schemas.openxmlformats.org/officeDocument/2006/relationships/notesSlide" Target="/ppt/notesSlides/notesSlide1.xml" Id="R50d39b6670a74b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f40815a9240e6" /><Relationship Type="http://schemas.openxmlformats.org/officeDocument/2006/relationships/notesSlide" Target="/ppt/notesSlides/notesSlide2.xml" Id="R3cb4bf53308d43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e73f21aff4d2b" /><Relationship Type="http://schemas.openxmlformats.org/officeDocument/2006/relationships/notesSlide" Target="/ppt/notesSlides/notesSlide3.xml" Id="R5e93fac215ad4f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b626544ec473b" /><Relationship Type="http://schemas.openxmlformats.org/officeDocument/2006/relationships/notesSlide" Target="/ppt/notesSlides/notesSlide4.xml" Id="R59f76e6cfd2942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09872945f4bf8" /><Relationship Type="http://schemas.openxmlformats.org/officeDocument/2006/relationships/notesSlide" Target="/ppt/notesSlides/notesSlide5.xml" Id="Rfd30096bf18444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1eb59d1594fd5" /><Relationship Type="http://schemas.openxmlformats.org/officeDocument/2006/relationships/notesSlide" Target="/ppt/notesSlides/notesSlide6.xml" Id="Rd3d837a9135346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218e5ec954d60" /><Relationship Type="http://schemas.openxmlformats.org/officeDocument/2006/relationships/notesSlide" Target="/ppt/notesSlides/notesSlide7.xml" Id="Rcd469425607042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8daccbe3b47a0" /><Relationship Type="http://schemas.openxmlformats.org/officeDocument/2006/relationships/notesSlide" Target="/ppt/notesSlides/notesSlide8.xml" Id="R73bebebd716444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ca00225c4411e" /><Relationship Type="http://schemas.openxmlformats.org/officeDocument/2006/relationships/notesSlide" Target="/ppt/notesSlides/notesSlide9.xml" Id="Rd2a988a5049d4d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952ee4a4b4bfd" /><Relationship Type="http://schemas.openxmlformats.org/officeDocument/2006/relationships/notesSlide" Target="/ppt/notesSlides/notesSlide10.xml" Id="R74e43b501bd04b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ee28e5a974587" /><Relationship Type="http://schemas.openxmlformats.org/officeDocument/2006/relationships/notesSlide" Target="/ppt/notesSlides/notesSlide11.xml" Id="Rafbd0ddf4ee445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b39d5f7e84180" /><Relationship Type="http://schemas.openxmlformats.org/officeDocument/2006/relationships/notesSlide" Target="/ppt/notesSlides/notesSlide12.xml" Id="Raf3c20c7938947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1b9b616464f20" /><Relationship Type="http://schemas.openxmlformats.org/officeDocument/2006/relationships/notesSlide" Target="/ppt/notesSlides/notesSlide13.xml" Id="R96b40cd20e3142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1ba9f3878483d" /><Relationship Type="http://schemas.openxmlformats.org/officeDocument/2006/relationships/notesSlide" Target="/ppt/notesSlides/notesSlide14.xml" Id="R965158e3dd8a4d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a9654f8644b68" /><Relationship Type="http://schemas.openxmlformats.org/officeDocument/2006/relationships/notesSlide" Target="/ppt/notesSlides/notesSlide15.xml" Id="R46ba374f610b438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6583cf49341fd" /><Relationship Type="http://schemas.openxmlformats.org/officeDocument/2006/relationships/notesSlide" Target="/ppt/notesSlides/notesSlide16.xml" Id="R02042c5572324e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ed45e5c3a419d" /><Relationship Type="http://schemas.openxmlformats.org/officeDocument/2006/relationships/notesSlide" Target="/ppt/notesSlides/notesSlide17.xml" Id="R87e37a3ff695492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8db1be6d74372" /><Relationship Type="http://schemas.openxmlformats.org/officeDocument/2006/relationships/notesSlide" Target="/ppt/notesSlides/notesSlide18.xml" Id="Rb26f5326782b48b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2434156f84e6b" /><Relationship Type="http://schemas.openxmlformats.org/officeDocument/2006/relationships/notesSlide" Target="/ppt/notesSlides/notesSlide19.xml" Id="Re481e659f9d7447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b0c0791ca4229" /><Relationship Type="http://schemas.openxmlformats.org/officeDocument/2006/relationships/notesSlide" Target="/ppt/notesSlides/notesSlide20.xml" Id="R35e6945c27b247c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507fe95da4267" /><Relationship Type="http://schemas.openxmlformats.org/officeDocument/2006/relationships/notesSlide" Target="/ppt/notesSlides/notesSlide21.xml" Id="R10749e0cd5ff4bd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ce18cbf424c14" /><Relationship Type="http://schemas.openxmlformats.org/officeDocument/2006/relationships/notesSlide" Target="/ppt/notesSlides/notesSlide22.xml" Id="R791b2780bf5748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6CD0B27-9A97-4406-9412-56C23CBC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FF59800-3E94-464F-8430-6AC750C6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7EE0F89-A192-4B85-BA10-AB290088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CC153C49-0315-4D2D-8427-6EC269DB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BC56240F-F2CC-42CD-8041-788EE8F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503C6C34-C508-4F51-B0F2-F16765A6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04471D85-53EE-4FF4-AA14-438272FA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5095C1D5-58CE-4EE4-9A7E-0926F158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8C74B0B1-DFD3-42F8-80AA-A5C8E2A0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68656B1C-0792-4D26-B49F-ACB983EF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01EC88B9-E561-4E35-956B-ED80D500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85D52CDD-1AFC-49E5-9BE8-289C6A06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BB615A11-764F-4BBC-94E1-2C0BD380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4E24B76B-E168-46F6-9D26-A9E84BDA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1/22</a:t>
            </a:r>
          </a:p>
        </p:txBody>
      </p:sp>
    </p:spTree>
    <p:extLst>
      <p:ext uri="{BB962C8B-B14F-4D97-AF65-F5344CB8AC3E}">
        <p14:creationId xmlns:p14="http://schemas.microsoft.com/office/powerpoint/2010/main" val="16111002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BF671D1-774B-46DF-B7CB-4FE63268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54DB567-8E31-45C9-A817-416B010D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322F741-3D90-4270-9AFF-08417571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AE3BBC0-747A-4EAE-8DDF-5A7B2C97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DB37A088-349D-482F-BD10-0D8CE1CC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621BE3EA-13B5-432F-9B22-C620D19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AE9C36E3-4FFE-4435-B640-7D38F508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C2B75A1C-4D1E-4922-898D-1FD57AA7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E47EF149-9BBF-49B3-9407-BC977BEA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4ADCC3C9-A204-4255-9C69-15574505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F7BA9028-01C5-419B-90AE-E13DCED3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149708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5ED87D1-A141-415A-9695-DB427D39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B002E9A-3C99-428B-85F6-3DBCE92D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8592830-0911-4E02-A1B0-0D4A8240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3/22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065E494F-DE96-4B28-AB0F-F46B925C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D693E5F6-B302-4846-AE9E-0AF431CF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1A0FCE96-1EA6-45D8-82BA-4C6E396D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1D09CA15-E8E2-42ED-AC66-5F0DA895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D9100362-2886-4EFB-BF55-27FB8A4F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E80F3C68-D2BF-4468-BBCA-20BA0A23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CF922706-6222-4F71-9F24-DA8C1D11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207EA7AD-BFA0-4440-9FFE-5BA828BF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D3713E7B-75F8-497D-A5F0-8DE5782C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E2510D33-BA78-4E84-881A-07D376BA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657650BC-D9DF-4B5D-979F-E9582073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399AC744-4BBD-4700-B991-8FF11731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FDEA6E0D-FD30-42DC-8B6C-FFBAD10F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61C161E4-70E7-4575-B7C0-BAFF3241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B492158F-7C34-46C4-B943-3AD5C95F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7A2004BB-B0B1-4EAF-9CB5-3CFC0613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76E415E4-688E-4264-85A8-63948EA7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1D5DA4C4-176B-48FF-95EC-BD4908A1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76B20B41-0D53-440F-B50C-A0E3D3D9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3F477248-8376-4D30-A277-27E62C8A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D09EBFC4-5F5D-43D2-A281-3E0338EB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1565A689-647E-4C45-871E-F6405222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436003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7B83A7F-7309-4028-A5D0-6BB4D834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50575BB-C4BA-4CE5-A965-9B2F87B6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0FAFD23-F066-4558-B026-7167DD4D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75BB19F1-27FE-4069-AFAC-DDA6EEEB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 xmlns:a="http://schemas.openxmlformats.org/drawingml/2006/main">
              <a:ext uri="{FF2B5EF4-FFF2-40B4-BE49-F238E27FC236}">
                <a16:creationId xmlns:a16="http://schemas.microsoft.com/office/drawing/2014/main" id="{FADA5994-A63F-43EC-940D-D4C8B180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tool-name-0">
            <a:extLst xmlns:a="http://schemas.openxmlformats.org/drawingml/2006/main">
              <a:ext uri="{FF2B5EF4-FFF2-40B4-BE49-F238E27FC236}">
                <a16:creationId xmlns:a16="http://schemas.microsoft.com/office/drawing/2014/main" id="{41FA8FA0-E5D8-470A-B77A-7BF9443F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 xmlns:a="http://schemas.openxmlformats.org/drawingml/2006/main">
              <a:ext uri="{FF2B5EF4-FFF2-40B4-BE49-F238E27FC236}">
                <a16:creationId xmlns:a16="http://schemas.microsoft.com/office/drawing/2014/main" id="{539DE089-2E12-4269-9C62-37CA6DF6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 xmlns:a="http://schemas.openxmlformats.org/drawingml/2006/main">
              <a:ext uri="{FF2B5EF4-FFF2-40B4-BE49-F238E27FC236}">
                <a16:creationId xmlns:a16="http://schemas.microsoft.com/office/drawing/2014/main" id="{E2F30EF8-89D4-4278-B55D-76EF3FB3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 xmlns:a="http://schemas.openxmlformats.org/drawingml/2006/main">
              <a:ext uri="{FF2B5EF4-FFF2-40B4-BE49-F238E27FC236}">
                <a16:creationId xmlns:a16="http://schemas.microsoft.com/office/drawing/2014/main" id="{1ACD9A83-3154-4D85-BBEF-BA9ED658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 xmlns:a="http://schemas.openxmlformats.org/drawingml/2006/main">
              <a:ext uri="{FF2B5EF4-FFF2-40B4-BE49-F238E27FC236}">
                <a16:creationId xmlns:a16="http://schemas.microsoft.com/office/drawing/2014/main" id="{15432C14-5C4C-4BE6-8069-0CB70789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tool-name-1">
            <a:extLst xmlns:a="http://schemas.openxmlformats.org/drawingml/2006/main">
              <a:ext uri="{FF2B5EF4-FFF2-40B4-BE49-F238E27FC236}">
                <a16:creationId xmlns:a16="http://schemas.microsoft.com/office/drawing/2014/main" id="{4E641F32-58F8-49E5-9952-A4B080EA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 xmlns:a="http://schemas.openxmlformats.org/drawingml/2006/main">
              <a:ext uri="{FF2B5EF4-FFF2-40B4-BE49-F238E27FC236}">
                <a16:creationId xmlns:a16="http://schemas.microsoft.com/office/drawing/2014/main" id="{3158D4C4-EB6A-453D-8B7D-20892784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 xmlns:a="http://schemas.openxmlformats.org/drawingml/2006/main">
              <a:ext uri="{FF2B5EF4-FFF2-40B4-BE49-F238E27FC236}">
                <a16:creationId xmlns:a16="http://schemas.microsoft.com/office/drawing/2014/main" id="{AEE503C8-7823-4169-AB6E-B4E168A5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 xmlns:a="http://schemas.openxmlformats.org/drawingml/2006/main">
              <a:ext uri="{FF2B5EF4-FFF2-40B4-BE49-F238E27FC236}">
                <a16:creationId xmlns:a16="http://schemas.microsoft.com/office/drawing/2014/main" id="{EB18D0EF-A701-4797-87E2-016B1D25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 xmlns:a="http://schemas.openxmlformats.org/drawingml/2006/main">
              <a:ext uri="{FF2B5EF4-FFF2-40B4-BE49-F238E27FC236}">
                <a16:creationId xmlns:a16="http://schemas.microsoft.com/office/drawing/2014/main" id="{7B04BAC4-08E3-485C-B23F-427C36B7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6" name="tool-name-2">
            <a:extLst xmlns:a="http://schemas.openxmlformats.org/drawingml/2006/main">
              <a:ext uri="{FF2B5EF4-FFF2-40B4-BE49-F238E27FC236}">
                <a16:creationId xmlns:a16="http://schemas.microsoft.com/office/drawing/2014/main" id="{318A4CEE-DDA2-4066-AD5F-EAE456E7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 xmlns:a="http://schemas.openxmlformats.org/drawingml/2006/main">
              <a:ext uri="{FF2B5EF4-FFF2-40B4-BE49-F238E27FC236}">
                <a16:creationId xmlns:a16="http://schemas.microsoft.com/office/drawing/2014/main" id="{7C73DF1A-6605-4985-A002-A7635891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 xmlns:a="http://schemas.openxmlformats.org/drawingml/2006/main">
              <a:ext uri="{FF2B5EF4-FFF2-40B4-BE49-F238E27FC236}">
                <a16:creationId xmlns:a16="http://schemas.microsoft.com/office/drawing/2014/main" id="{2EEA150D-D3FD-4E1D-8CEF-C41F1FB4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 xmlns:a="http://schemas.openxmlformats.org/drawingml/2006/main">
              <a:ext uri="{FF2B5EF4-FFF2-40B4-BE49-F238E27FC236}">
                <a16:creationId xmlns:a16="http://schemas.microsoft.com/office/drawing/2014/main" id="{EA6EDEFA-FC48-4539-BA2A-F3BC7630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 xmlns:a="http://schemas.openxmlformats.org/drawingml/2006/main">
              <a:ext uri="{FF2B5EF4-FFF2-40B4-BE49-F238E27FC236}">
                <a16:creationId xmlns:a16="http://schemas.microsoft.com/office/drawing/2014/main" id="{ABC8FCEE-2337-4586-A59F-C602C863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tool-name-3">
            <a:extLst xmlns:a="http://schemas.openxmlformats.org/drawingml/2006/main">
              <a:ext uri="{FF2B5EF4-FFF2-40B4-BE49-F238E27FC236}">
                <a16:creationId xmlns:a16="http://schemas.microsoft.com/office/drawing/2014/main" id="{A755B873-33DA-4969-8FEF-443E07A9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 xmlns:a="http://schemas.openxmlformats.org/drawingml/2006/main">
              <a:ext uri="{FF2B5EF4-FFF2-40B4-BE49-F238E27FC236}">
                <a16:creationId xmlns:a16="http://schemas.microsoft.com/office/drawing/2014/main" id="{F60B67CF-9ED7-41DC-9871-2B921C3A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 xmlns:a="http://schemas.openxmlformats.org/drawingml/2006/main">
              <a:ext uri="{FF2B5EF4-FFF2-40B4-BE49-F238E27FC236}">
                <a16:creationId xmlns:a16="http://schemas.microsoft.com/office/drawing/2014/main" id="{0C735687-504A-4BC1-B2CF-AE409052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 xmlns:a="http://schemas.openxmlformats.org/drawingml/2006/main">
              <a:ext uri="{FF2B5EF4-FFF2-40B4-BE49-F238E27FC236}">
                <a16:creationId xmlns:a16="http://schemas.microsoft.com/office/drawing/2014/main" id="{848DEBAC-2453-40B7-B0F8-3498CCBA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 xmlns:a="http://schemas.openxmlformats.org/drawingml/2006/main">
              <a:ext uri="{FF2B5EF4-FFF2-40B4-BE49-F238E27FC236}">
                <a16:creationId xmlns:a16="http://schemas.microsoft.com/office/drawing/2014/main" id="{797DECE2-46B2-4F98-B51D-3198BA38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6" name="tool-name-4">
            <a:extLst xmlns:a="http://schemas.openxmlformats.org/drawingml/2006/main">
              <a:ext uri="{FF2B5EF4-FFF2-40B4-BE49-F238E27FC236}">
                <a16:creationId xmlns:a16="http://schemas.microsoft.com/office/drawing/2014/main" id="{F1ABA207-ED51-4238-82A2-4C1FB4AE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 xmlns:a="http://schemas.openxmlformats.org/drawingml/2006/main">
              <a:ext uri="{FF2B5EF4-FFF2-40B4-BE49-F238E27FC236}">
                <a16:creationId xmlns:a16="http://schemas.microsoft.com/office/drawing/2014/main" id="{03F69425-451D-46F7-9C00-EAD3DEBF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 xmlns:a="http://schemas.openxmlformats.org/drawingml/2006/main">
              <a:ext uri="{FF2B5EF4-FFF2-40B4-BE49-F238E27FC236}">
                <a16:creationId xmlns:a16="http://schemas.microsoft.com/office/drawing/2014/main" id="{0442D350-A18C-4F91-A423-C5888EAC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 xmlns:a="http://schemas.openxmlformats.org/drawingml/2006/main">
              <a:ext uri="{FF2B5EF4-FFF2-40B4-BE49-F238E27FC236}">
                <a16:creationId xmlns:a16="http://schemas.microsoft.com/office/drawing/2014/main" id="{2E6B82BD-B22F-4826-A4CC-5585D0F6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 xmlns:a="http://schemas.openxmlformats.org/drawingml/2006/main">
              <a:ext uri="{FF2B5EF4-FFF2-40B4-BE49-F238E27FC236}">
                <a16:creationId xmlns:a16="http://schemas.microsoft.com/office/drawing/2014/main" id="{81EEDEC1-984D-4A95-9AA6-B2B36E5B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31" name="tool-name-5">
            <a:extLst xmlns:a="http://schemas.openxmlformats.org/drawingml/2006/main">
              <a:ext uri="{FF2B5EF4-FFF2-40B4-BE49-F238E27FC236}">
                <a16:creationId xmlns:a16="http://schemas.microsoft.com/office/drawing/2014/main" id="{B82DD7A7-D8CD-4778-9B2C-66026D8F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 xmlns:a="http://schemas.openxmlformats.org/drawingml/2006/main">
              <a:ext uri="{FF2B5EF4-FFF2-40B4-BE49-F238E27FC236}">
                <a16:creationId xmlns:a16="http://schemas.microsoft.com/office/drawing/2014/main" id="{EAD22EC1-D622-4121-8F38-7BEDDEF1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 xmlns:a="http://schemas.openxmlformats.org/drawingml/2006/main">
              <a:ext uri="{FF2B5EF4-FFF2-40B4-BE49-F238E27FC236}">
                <a16:creationId xmlns:a16="http://schemas.microsoft.com/office/drawing/2014/main" id="{1A681CD7-C036-458E-BFEF-A533C1CB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 xmlns:a="http://schemas.openxmlformats.org/drawingml/2006/main">
              <a:ext uri="{FF2B5EF4-FFF2-40B4-BE49-F238E27FC236}">
                <a16:creationId xmlns:a16="http://schemas.microsoft.com/office/drawing/2014/main" id="{43649135-4D17-4DF4-82F1-2FCF4D3E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 xmlns:a="http://schemas.openxmlformats.org/drawingml/2006/main">
              <a:ext uri="{FF2B5EF4-FFF2-40B4-BE49-F238E27FC236}">
                <a16:creationId xmlns:a16="http://schemas.microsoft.com/office/drawing/2014/main" id="{0DCD5A8D-E4A1-4A0A-9364-3DBE1998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388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3778600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0CA8FA9-CB25-4C2B-93C7-DEA359E0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EEB4100-04EC-4834-8534-F8CFD1A5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DC370E2-A2C3-4B91-B9AF-26542850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FBEFC8B-ED7F-4AC2-B54C-FBDD26B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8E47BC42-082F-4EC1-89B4-70EA173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3C97F943-4D86-4646-9538-F8FDA973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19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 xmlns:a="http://schemas.openxmlformats.org/drawingml/2006/main">
              <a:ext uri="{FF2B5EF4-FFF2-40B4-BE49-F238E27FC236}">
                <a16:creationId xmlns:a16="http://schemas.microsoft.com/office/drawing/2014/main" id="{69028FE8-3867-4CA3-8E10-DC3AE96C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 xmlns:a="http://schemas.openxmlformats.org/drawingml/2006/main">
              <a:ext uri="{FF2B5EF4-FFF2-40B4-BE49-F238E27FC236}">
                <a16:creationId xmlns:a16="http://schemas.microsoft.com/office/drawing/2014/main" id="{B4D59466-975A-4CE8-9D1E-7A488D4A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tool-0">
            <a:extLst xmlns:a="http://schemas.openxmlformats.org/drawingml/2006/main">
              <a:ext uri="{FF2B5EF4-FFF2-40B4-BE49-F238E27FC236}">
                <a16:creationId xmlns:a16="http://schemas.microsoft.com/office/drawing/2014/main" id="{C5B31640-767B-4FD3-B285-2F332E1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 xmlns:a="http://schemas.openxmlformats.org/drawingml/2006/main">
              <a:ext uri="{FF2B5EF4-FFF2-40B4-BE49-F238E27FC236}">
                <a16:creationId xmlns:a16="http://schemas.microsoft.com/office/drawing/2014/main" id="{E55BF74E-C029-4771-B68B-ADD57E1F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 xmlns:a="http://schemas.openxmlformats.org/drawingml/2006/main">
              <a:ext uri="{FF2B5EF4-FFF2-40B4-BE49-F238E27FC236}">
                <a16:creationId xmlns:a16="http://schemas.microsoft.com/office/drawing/2014/main" id="{FF97F833-3993-4ED8-892E-727FEE4E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 xmlns:a="http://schemas.openxmlformats.org/drawingml/2006/main">
              <a:ext uri="{FF2B5EF4-FFF2-40B4-BE49-F238E27FC236}">
                <a16:creationId xmlns:a16="http://schemas.microsoft.com/office/drawing/2014/main" id="{4170D26B-D707-4389-8917-3261FDC2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tool-1">
            <a:extLst xmlns:a="http://schemas.openxmlformats.org/drawingml/2006/main">
              <a:ext uri="{FF2B5EF4-FFF2-40B4-BE49-F238E27FC236}">
                <a16:creationId xmlns:a16="http://schemas.microsoft.com/office/drawing/2014/main" id="{E1A02202-EE00-4361-9580-ACE96136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 xmlns:a="http://schemas.openxmlformats.org/drawingml/2006/main">
              <a:ext uri="{FF2B5EF4-FFF2-40B4-BE49-F238E27FC236}">
                <a16:creationId xmlns:a16="http://schemas.microsoft.com/office/drawing/2014/main" id="{34D8DC59-2D35-47DE-B85A-B54A022B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956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 xmlns:a="http://schemas.openxmlformats.org/drawingml/2006/main">
              <a:ext uri="{FF2B5EF4-FFF2-40B4-BE49-F238E27FC236}">
                <a16:creationId xmlns:a16="http://schemas.microsoft.com/office/drawing/2014/main" id="{0EF85BCC-5585-47A6-A44E-164DC7F3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C60DFCDB-A143-42FF-BD8C-59DD6349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tool-2">
            <a:extLst xmlns:a="http://schemas.openxmlformats.org/drawingml/2006/main">
              <a:ext uri="{FF2B5EF4-FFF2-40B4-BE49-F238E27FC236}">
                <a16:creationId xmlns:a16="http://schemas.microsoft.com/office/drawing/2014/main" id="{F793F9F9-056E-41F2-B331-ADC4C5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 xmlns:a="http://schemas.openxmlformats.org/drawingml/2006/main">
              <a:ext uri="{FF2B5EF4-FFF2-40B4-BE49-F238E27FC236}">
                <a16:creationId xmlns:a16="http://schemas.microsoft.com/office/drawing/2014/main" id="{E1C68DFB-F372-42FD-B9B0-6885BF75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 xmlns:a="http://schemas.openxmlformats.org/drawingml/2006/main">
              <a:ext uri="{FF2B5EF4-FFF2-40B4-BE49-F238E27FC236}">
                <a16:creationId xmlns:a16="http://schemas.microsoft.com/office/drawing/2014/main" id="{B9C0C237-2898-47D7-8928-40C24C00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 xmlns:a="http://schemas.openxmlformats.org/drawingml/2006/main">
              <a:ext uri="{FF2B5EF4-FFF2-40B4-BE49-F238E27FC236}">
                <a16:creationId xmlns:a16="http://schemas.microsoft.com/office/drawing/2014/main" id="{D9DE385E-9D28-4738-A0A3-94E85955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tool-3">
            <a:extLst xmlns:a="http://schemas.openxmlformats.org/drawingml/2006/main">
              <a:ext uri="{FF2B5EF4-FFF2-40B4-BE49-F238E27FC236}">
                <a16:creationId xmlns:a16="http://schemas.microsoft.com/office/drawing/2014/main" id="{24DAE259-F07D-4E64-96B4-31E88C4A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 xmlns:a="http://schemas.openxmlformats.org/drawingml/2006/main">
              <a:ext uri="{FF2B5EF4-FFF2-40B4-BE49-F238E27FC236}">
                <a16:creationId xmlns:a16="http://schemas.microsoft.com/office/drawing/2014/main" id="{B123E7A1-9F3F-44AD-974E-622FE5CA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 xmlns:a="http://schemas.openxmlformats.org/drawingml/2006/main">
              <a:ext uri="{FF2B5EF4-FFF2-40B4-BE49-F238E27FC236}">
                <a16:creationId xmlns:a16="http://schemas.microsoft.com/office/drawing/2014/main" id="{73F0F072-676E-45C7-9DBF-814A553E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 xmlns:a="http://schemas.openxmlformats.org/drawingml/2006/main">
              <a:ext uri="{FF2B5EF4-FFF2-40B4-BE49-F238E27FC236}">
                <a16:creationId xmlns:a16="http://schemas.microsoft.com/office/drawing/2014/main" id="{0418E79D-03E9-4C57-B711-9B917859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tool-4">
            <a:extLst xmlns:a="http://schemas.openxmlformats.org/drawingml/2006/main">
              <a:ext uri="{FF2B5EF4-FFF2-40B4-BE49-F238E27FC236}">
                <a16:creationId xmlns:a16="http://schemas.microsoft.com/office/drawing/2014/main" id="{EC34B77F-E364-43EC-A2F8-0CA1F8F1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 xmlns:a="http://schemas.openxmlformats.org/drawingml/2006/main">
              <a:ext uri="{FF2B5EF4-FFF2-40B4-BE49-F238E27FC236}">
                <a16:creationId xmlns:a16="http://schemas.microsoft.com/office/drawing/2014/main" id="{29FAE40B-817E-401E-A242-57F7CF5B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 xmlns:a="http://schemas.openxmlformats.org/drawingml/2006/main">
              <a:ext uri="{FF2B5EF4-FFF2-40B4-BE49-F238E27FC236}">
                <a16:creationId xmlns:a16="http://schemas.microsoft.com/office/drawing/2014/main" id="{4DC4EB08-DBE7-44CF-9091-BBB28E52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 xmlns:a="http://schemas.openxmlformats.org/drawingml/2006/main">
              <a:ext uri="{FF2B5EF4-FFF2-40B4-BE49-F238E27FC236}">
                <a16:creationId xmlns:a16="http://schemas.microsoft.com/office/drawing/2014/main" id="{EE08E2AB-F725-44CD-BDFA-3727B708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tool-5">
            <a:extLst xmlns:a="http://schemas.openxmlformats.org/drawingml/2006/main">
              <a:ext uri="{FF2B5EF4-FFF2-40B4-BE49-F238E27FC236}">
                <a16:creationId xmlns:a16="http://schemas.microsoft.com/office/drawing/2014/main" id="{2791D11D-F96A-43F9-9F9A-DE2E14A4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 xmlns:a="http://schemas.openxmlformats.org/drawingml/2006/main">
              <a:ext uri="{FF2B5EF4-FFF2-40B4-BE49-F238E27FC236}">
                <a16:creationId xmlns:a16="http://schemas.microsoft.com/office/drawing/2014/main" id="{AE94C657-10F9-4905-BCF9-B1B7A858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76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 xmlns:a="http://schemas.openxmlformats.org/drawingml/2006/main">
              <a:ext uri="{FF2B5EF4-FFF2-40B4-BE49-F238E27FC236}">
                <a16:creationId xmlns:a16="http://schemas.microsoft.com/office/drawing/2014/main" id="{EBE012FC-4166-4888-A168-BD01C3A2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 xmlns:a="http://schemas.openxmlformats.org/drawingml/2006/main">
              <a:ext uri="{FF2B5EF4-FFF2-40B4-BE49-F238E27FC236}">
                <a16:creationId xmlns:a16="http://schemas.microsoft.com/office/drawing/2014/main" id="{A215CCB0-4741-4C32-8A9E-9BE14D1D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527875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D3DDCA5-2C37-4309-AAC8-A0DE9C41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B1FA2C6-62D4-4F1B-A74A-C4BF22B2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4B97971-36E2-4178-B6ED-1B474E88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6/22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0F3FEC19-7ED5-4F4A-B517-BD00CAC2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FD06B061-47E4-422F-B27D-1CB9E56B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D6258E25-5F41-41AA-AC59-02D2EC55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AA8BFD7A-6A3F-458A-AB23-2AE74FF8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7179FB04-6CDF-49E9-9C38-CEB9E5D9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1566241C-69F9-4D85-B494-3019200B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2D8E6CAB-B0DB-4683-A013-C936BDB8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7AA21989-1DE5-4069-96CC-86549A11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9DA31CAA-B8E3-4DB5-92C8-1D0CD4EA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E405554D-DC39-47D5-B424-03AD3BC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EE95DA56-F84F-4DCD-8AF4-3E456A12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7D27A02A-549A-4FC0-82DC-9E991BD1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D97307DF-A1F2-4AFB-8F9C-D5F13D75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EA3FFF79-BED6-432A-BCB8-254AD76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2234458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16A95BE-C3AB-46D0-BDF3-46E803D1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08126EF-8434-407E-A41E-A43D88C6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0760CAC-D116-453F-A199-64298808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7/22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A1BB41F6-257A-4C28-BBEB-D5DA40F2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E233FD32-2C12-4340-961F-0202EA01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6E8577BD-4239-458F-801E-577B2674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B2748A8A-D315-4E51-8769-4B1052BD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757C8713-8B28-4B89-93EB-90642EAF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0BEC18A8-2839-4C00-802E-57528C50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2611A62B-9369-40EA-A1F8-5B1FF4A5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393F6B8A-C5B6-420F-9771-B3901932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03EE2C1F-FD66-4F20-8CD9-62B180D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4A762AFA-9146-4AEE-BD13-6791583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E29C4447-E4DB-4682-82BE-E2145F9D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B0C69672-63B8-45B9-A6EF-EB92E721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20540752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D65802A-F21B-4714-AE7A-B3979335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87BA3CF-7400-44B5-AA1A-D060F621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B0788A1-FDD2-4A21-9AC2-BD393EB1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8/22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19387D77-EE8B-4725-B76C-9BEA9A81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C1910196-C423-4EEC-964A-CA9234F1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FA510C0D-5B36-43A6-9FFB-7146CC47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39319DB-1696-4D08-BB8F-C44BF5B0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65EF1538-C75D-4D2C-BC67-8A3428AD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6AC41AFB-D87D-4480-9F50-B7746919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2CC97917-2556-4888-8B28-6D4C0F4F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A7265039-8BA6-484F-9806-E927ED2F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F25D194C-C054-4122-AC1A-AE17DF6D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D6156E9C-41A9-4A97-BE84-51E9CDE2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7091CBA2-05CB-41C3-B5D2-3BF2282F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D6E99C3D-E32D-4EAA-A669-93DD30C9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6688A1D4-2156-4960-8BF2-44F07265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BC7EE485-75AC-40FF-8DE0-908B357B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2E3AE305-64A6-4DDD-8706-BD75AE8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C3421923-410A-472C-B58E-EA6FABB4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224D50D2-4265-4AF5-BBD5-6314C86B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DBF7ECF9-7A6D-4C45-827A-09F713D9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19203834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2245A4B-9FEF-4CE7-8D7D-7EA8C13E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523FD4F-9347-47ED-B0F5-910A664A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AD67911-0DA2-4EBF-AE86-F0C8D349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9/22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15A31E38-4448-4ADD-B825-AE3F23CF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2F392FCF-B936-4DF6-81E3-6EF7512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3C532912-B950-43E0-8E06-72979FA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B915A82F-7ADA-45F3-BE0B-D5CDD3DF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7B56D1AF-5994-4C45-A0C5-3F1F8D99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0CD5C2C5-6832-4C31-A77C-545F6A6E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78E8E5CF-DB51-45C0-BACF-F9855C41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0326470B-05D2-4CDF-96CD-9607A99F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6397AE3C-B7DC-49E4-9785-F6BEA1E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BCBDE6C2-4A50-457B-B032-63D34537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5F28104C-7B35-42D6-AAF2-CDD0427C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DAD80A86-9AE6-475C-AB32-C23CD773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CBCF1F3A-AF62-407B-8348-38635259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11281798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C661E81-6301-4EB6-A2E0-2FEEF1E3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913F7E1-91A3-4895-B90A-93E14E3C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BAFD34C-BAC2-4BDA-AF19-05586DDE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10/22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7D09B6BB-4F1F-4B99-83A6-55A8036F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994DDF05-DF3F-41CF-9F92-87365669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603B2568-783D-4E53-B4A8-B7773E6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BFD182B5-FF61-4827-B7A6-38A61859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3633E8B6-3803-452D-8D02-73780D03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6FF46793-4795-47C7-AC45-9272644E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38B5FCBD-4669-47B4-8D9B-BEA65D1E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DF16430D-5C3F-4973-A1B1-6E3F13A6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AA253EB8-094A-435B-96ED-2D3D1CE5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78DE58D6-B8F1-4A41-82A2-C3EA3EFD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515917F2-CED2-47F3-8C30-FBDBC9BE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6BFCEA53-E784-4FF1-BC41-B5AF9240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346C6364-47E0-495E-AD00-8FF42817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AE3A0BD6-B05F-4446-8935-BEF227D4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44339CE9-EA03-44C8-8DDF-46E5DB09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9AF0AC55-A116-468C-983E-B358F657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FDB1F38A-6C91-40E3-B27E-DC680C6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7FA0A4FA-EDEB-431B-8576-159F7296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EA6344BB-0E22-4CBB-AC2B-5304D38D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840F7825-21CA-4EE4-ACC9-A426313C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9032DE68-B985-4A9A-84E9-2E9CCA44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B8FA5183-41EA-4F7C-B2CD-B0AFBFB6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7B35E12B-42B1-4AB1-87B6-7078710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18385310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B08D75B-7F28-48D9-A32D-B58CEF0B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29B1A8-3398-42F5-9612-3319870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D70C317-1819-47D7-B5B5-9D3C4A20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11/22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800D8D5D-1711-452E-9D80-69991DC8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ECABDAB6-865C-4C68-A406-9ED92A7C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ED424D50-0CC9-4067-BD5B-5A18FCFC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268BCC74-B1D9-497F-930C-89EEEC83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60BC8B35-068E-4C4C-9E4F-D8747514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4B1805A0-CBBF-4C66-85C6-5D863861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6101A414-F7B2-4FB3-A173-9896C699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A562673E-BDFF-4B3B-BBE7-08E1DF2A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E8562A06-93A7-4B6F-99DF-6CC1CD12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45938185-DC7A-4E8E-AFAE-D8D75663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BEC20AC6-04E9-4901-B94C-A7D85E8A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F1E408E3-1870-4ABF-A788-C91E9CF3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344B8511-084C-451D-A56F-346F389C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D2453B83-F4CD-415B-9EE1-BCF1761E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D873B001-F4FE-48A4-8214-82DE27EA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FB733CC6-0BF2-42D5-AA8A-1258C4C6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32F7B436-B762-47A6-81A6-F60E57E1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708FDD86-E1F6-4FFC-A3C1-8A2A1A63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3D79EEC8-12D3-45E0-B3D6-928E0BE5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5CC3216A-FECC-4AD9-BA84-A4450A04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8D3B138B-09E6-4E35-A542-653A1057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8695CE44-5D69-44A8-9343-97F31DAC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154D34C5-31BE-48F6-AC3D-2F95D73B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3E5517C5-6CF3-45B5-BBBA-17A415CC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E98260D6-FB2B-46C0-A203-101FF380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491889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D74CFA6-4351-4820-A22D-26672F7D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BD2346-FF3A-460C-A1CF-EDD9262C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7D086C2-C053-4C96-9A94-DEAE82C5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12/22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A04599A0-5446-421C-A9D7-6CBFE85D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70F821A3-F590-402B-ACB5-1F90EF6D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B0727E9E-185A-4A47-BB36-E90682BE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C585E7B3-34FE-42C6-8D17-7D242CEF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4E0F6FFB-5D44-42A7-8A4D-8D76496B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66798E2E-7AC3-4724-9C93-3B14449C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FD22F1C2-538B-4110-8D60-2BF61AD2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4018439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E0636DF-F55A-41FA-8231-2E5000A2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5B668D1-F460-44B9-979B-39EFB4B1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4F74EBE-53C8-4E06-9D57-A2834D2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13/22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16B58836-E22F-4238-B5E9-42634069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BB9EE6F5-DE6A-4BA5-BF09-B533AB99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80D2489D-D33C-4A31-B084-11C61678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645CC6F9-317B-4D3E-BEDA-739CE856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E387DB97-F2D7-4DB7-AA27-FF9E2478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EEEC73AE-E21B-46DD-9EDE-15C228DD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D4CA04F7-5060-4A07-8251-D32C0E45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31FDD859-3B63-4EE8-9BF7-BAD03775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DE227E14-8B86-4B4D-ABF3-2965E623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86355917-DBCB-459E-AB0A-BCF78E8B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73C53DED-BDFA-4237-9E5F-28692AD8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9645F269-4EF9-4AED-812E-43B8B71D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65B3A523-211E-445A-A24D-C4DF59BA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21162759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59287FD-A70A-4062-B120-25464D56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6C1C80-8C6F-47CB-9107-5762006E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238F548-5357-4774-95D1-22F6D139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14/22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6E06186E-9485-4C88-8205-80C8B738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41B8B634-1B98-49C5-BAA7-C850C0E4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ECA6C3F8-1509-4ECD-84EB-AE0FB31C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FE2E92CB-0733-4D14-8137-D41E5F29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4E596338-51CD-4DBC-9A51-6F103BBB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5F3C0C13-200D-47E6-858C-DF2E64AA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02B1A5B7-FE99-45D1-9369-97FBF9B3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F538AFBD-94F1-42E1-937F-3F15DDCE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4A1B219F-FECF-4B3A-957E-EC01A9E1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AB7B2CEE-5832-4EB9-B374-1830A2B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256E09ED-F05E-4ACF-98A2-D14503B6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812973F3-B304-48C0-A166-B9B715D2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14991368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3FC8600-EE68-47A4-B9FA-2F66DF32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4BF0F62-F15C-4CC1-9229-1099C6E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34056F0-26D3-4C47-B6D7-A27113FF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15/22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9220B2FD-15CD-4C4E-9AD6-890B24B0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1930A8D9-F21C-4F5A-BD8E-C1B69950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C9C5C302-C0A6-44C6-ADEC-3260F874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0E821820-C3EB-4137-BAC9-B8948071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CD1D415A-2E6A-4FD8-91B3-86088CD9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BB13FF00-F8AB-4BC0-930E-17F1E4A6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A53A90FA-CFEF-4CEC-9398-55802F6D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2C75CAB6-83FA-4D2E-AA0D-995F4331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2B025AA4-C843-4F88-8670-4FE05B45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15D0D37F-856C-4DFE-AA5B-D83A27FA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CB4B16B1-6EC1-45B4-8E9B-F56EFA43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A4D2CBE8-F3E0-4E14-B3CC-96150FC8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8CDA92B-3A0A-44E9-A002-0F396420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458A0532-8203-4562-9100-89B9B257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68EB709F-C9A9-402A-900B-9155AFE4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88398150-60FE-4F4A-8198-D54625E5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E4112D7C-E024-44E3-B734-2AC786C0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689AAF43-4A7C-456F-A84E-6E687F53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AFB61667-DD66-429A-BAE1-BE827F1B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3900017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72FFB9F-D25B-4EA8-BE45-AF0B9E28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0832AD-165C-4CAB-BD89-FC1C8D79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DDEE044-68FA-4C18-922B-093AD6A3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16/22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8D5A1082-214E-470C-A1B3-92A0F696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9D68AC19-0A69-48FC-85C2-779D54C3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AB9A9878-15F0-46C9-8774-32DE29F5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5F4783F2-F86C-4269-9538-34EDD13E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87D8B31D-C041-43AC-9753-30B05C52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E192A701-9A49-480F-BBA7-C51F29C9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22D87111-599C-4EB1-ADC7-627B369D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47D6BC4E-6F8A-43DC-885F-81BF25CE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A4172C8F-1B69-4EE8-8431-232E69D6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1E3C56C0-07A6-4B34-8380-50781AC2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3617231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7419C70-0E01-46BE-9896-9FD76EF1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4974177-E9F8-4E3A-9EB3-5B2FC938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F377230-78E3-42BE-8A7E-9039F14D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17/22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577C1AB6-7ED4-410D-8433-6D380D14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DF111896-D4B6-4C52-BA7C-60484712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0416A738-3644-464E-BE76-299332F2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434CED7A-2FFC-4C5A-B30A-BD6A474D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7A3E6F6C-3079-4B80-9DAA-96DE0A8E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C844A3BD-A70E-4E6A-AB98-F7D2A5E1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1676A348-6869-4835-BA20-1D3336E6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28D70438-1C28-4F38-85CB-3A896D07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565BAFDA-6B18-4303-B048-6741BA83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D0B43EC7-2A81-49A5-92A9-AF41CC06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9246FB28-80FE-4E80-85D5-3213B637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B3CFD359-598C-4FA8-AB94-F9A35994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61101910-C7C2-4DF8-9590-9060D445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5B656EC8-BA81-424E-B288-82EB03E5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5FCFAA49-3CCB-4228-B0C8-F30A14E3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E90B2C3C-86B7-44BC-BB5F-9ECBAF98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14406939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76EC8F1-D1AA-477B-BDAE-634D0D18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ADABC75-930A-4136-BBF0-1B51BC2C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D6644C2-B7DC-4126-A8EC-5AEB2453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18/22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A04BBBF4-3CE6-43F1-B1D2-64860E2E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686C3CEC-602B-4742-B87A-15992F3E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FCB7AFC1-30D4-47AB-86AA-239AC30B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7A55DD2A-2B50-4D00-AE7C-3B8F0AD3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E80FA8EA-1F73-4406-9417-83D62669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DBD0A2F-7D9F-4248-B8A7-F6E57D76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05E5B2A0-0E64-4925-825A-F2920EEA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34DEC4ED-1261-4850-8F62-6CA843AC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04C5139A-8713-499B-9659-EE94FE6E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D875D434-9B47-44E1-A0E2-C9DBDF4A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D65FC118-91A7-4EEC-83A4-7BC78C12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9243400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2DD6B48-2118-4BA6-9371-A6E0A019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545446-2733-4B21-9258-46132BE1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EF26B0C-269D-4E53-A94B-472D4C46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19/22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ADE21BD8-1970-4AB0-A569-8C48C395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1C75E611-15CC-4E9D-B0C9-97B230AF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CA7C3226-27F7-405E-B19A-061361BB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9DB2556A-27D8-4C8C-9C6F-812E39A4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1B07AD31-1D2C-486F-9FBA-8EB5B39D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D4E61192-86B2-4557-988B-5076E669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766E2286-1836-49D0-BF34-B946F53D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D8DB025A-500B-40A6-90C3-3D32D224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A70E5EAB-0D95-4845-B7E3-16B63FBA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8661BD71-7ABE-401B-969F-713D5713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5D51D5E9-B327-4251-AE42-B0663F73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D7EF56BE-E2D5-4728-AF14-1224B28F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235C6704-0CCE-4F3C-8A6B-A19F3E4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67D0491B-FB3E-447B-A876-1D2C7ADF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51F836F2-ACFD-48C5-B981-D54A2BF9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CD6B1245-708C-43A8-B002-F9A25FA8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268E1C3C-9AD4-47B4-B938-A1925706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8F2C3F94-86CC-43A8-B17B-0F9CD1A2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551D365D-9851-4E43-8891-75C28B0A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85730269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73B600-DA2E-4484-8565-F1436CA9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2078FF-527F-43E0-8800-1DF13B89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718B51D-BFAE-4B8C-BD77-1FC0355B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20/22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75A773E8-A85C-4076-8C2C-69F1B1C8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CFA40171-1E18-4889-9886-E42C155F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F1C8E18C-C4E4-4FCB-A647-A073F68B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58FA1023-00D2-483D-A2AA-2B33CC65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E84B81F6-955F-4B98-94CF-9828C54D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E8B1CEE2-91A5-4E3B-AD32-2266123B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D90346C2-C021-4C29-90CC-E9480DFD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D1B50E5A-D48F-4779-8198-51A9DBBD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297233F1-AB92-4249-AE46-E78D68E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01C111C5-8A5B-4C7B-A257-6EBA01DC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58007508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5E4F352-2AC4-4817-A3E2-6AA875C2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C845C7-D4F0-48E0-821C-13E8F2F2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BD5E766-95A4-458F-934B-65A67D0B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21/22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87B6F141-BBAD-4C1E-8E50-7372B5D8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93601225-F539-4D2A-8A99-767F6D83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5DBCD59E-4E20-45F6-BE63-3EECBEA5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C412A772-F615-4700-9273-A18C8255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FE5E7083-84E0-4254-9740-CC874371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E8C95BB3-D463-4454-AC21-F7227E39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30D8927F-FB0F-4D1F-A1CD-50EC4BBC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ED15C62C-6FC0-425C-9841-2971958B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00F42308-4488-4163-8F94-6816F8F6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2BF54C0C-44EF-40FC-9B11-74A21597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D57F703C-C2DE-4553-B9E5-319C1BF0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B92D3F2C-A654-4181-AAAD-44E2EEBB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541CAADA-3A1F-48A1-A406-4BC95B7D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0A6E8E5C-5F4B-4E3E-A7D2-ECB4AB12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6BFD50EA-6344-4C0B-8E99-D6DAB0ED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34F73C49-9A3C-4556-9A9E-293D189B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333F60F2-979A-4101-9D30-9DC00A30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157752847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1F5CD473-3339-4548-922D-3B9C1760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BCF7E286-94D4-4839-98D5-34CCEF0A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">
            <a:extLst xmlns:a="http://schemas.openxmlformats.org/drawingml/2006/main">
              <a:ext uri="{FF2B5EF4-FFF2-40B4-BE49-F238E27FC236}">
                <a16:creationId xmlns:a16="http://schemas.microsoft.com/office/drawing/2014/main" id="{A0F0BFFA-B9FD-4762-BA1F-372ADBBA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4" name="context">
            <a:extLst xmlns:a="http://schemas.openxmlformats.org/drawingml/2006/main">
              <a:ext uri="{FF2B5EF4-FFF2-40B4-BE49-F238E27FC236}">
                <a16:creationId xmlns:a16="http://schemas.microsoft.com/office/drawing/2014/main" id="{8ADD9A7B-3E55-4514-9E31-4DAFA5C1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tools">
            <a:extLst xmlns:a="http://schemas.openxmlformats.org/drawingml/2006/main">
              <a:ext uri="{FF2B5EF4-FFF2-40B4-BE49-F238E27FC236}">
                <a16:creationId xmlns:a16="http://schemas.microsoft.com/office/drawing/2014/main" id="{1D504CD9-CE94-4A61-889D-C2F30CFA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6" name="verify">
            <a:extLst xmlns:a="http://schemas.openxmlformats.org/drawingml/2006/main">
              <a:ext uri="{FF2B5EF4-FFF2-40B4-BE49-F238E27FC236}">
                <a16:creationId xmlns:a16="http://schemas.microsoft.com/office/drawing/2014/main" id="{AA1E6C72-5AD7-4066-9333-A30BBF9E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7" name="l1">
            <a:extLst xmlns:a="http://schemas.openxmlformats.org/drawingml/2006/main">
              <a:ext uri="{FF2B5EF4-FFF2-40B4-BE49-F238E27FC236}">
                <a16:creationId xmlns:a16="http://schemas.microsoft.com/office/drawing/2014/main" id="{2DC27495-7668-4C02-8BCF-0B741BE4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47950"/>
            <a:ext cx="4000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8" name="l2">
            <a:extLst xmlns:a="http://schemas.openxmlformats.org/drawingml/2006/main">
              <a:ext uri="{FF2B5EF4-FFF2-40B4-BE49-F238E27FC236}">
                <a16:creationId xmlns:a16="http://schemas.microsoft.com/office/drawing/2014/main" id="{CA756C9A-A79D-4B4C-B9FF-0184C04C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3238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9" name="l3">
            <a:extLst xmlns:a="http://schemas.openxmlformats.org/drawingml/2006/main">
              <a:ext uri="{FF2B5EF4-FFF2-40B4-BE49-F238E27FC236}">
                <a16:creationId xmlns:a16="http://schemas.microsoft.com/office/drawing/2014/main" id="{50A8FCDB-0F45-44A6-B4AF-C4A3AC9F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5715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1495ED66-4FF1-4069-AF23-ECACCE12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C814F413-1980-4F26-8698-FA137F01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22/22</a:t>
            </a:r>
          </a:p>
        </p:txBody>
      </p:sp>
    </p:spTree>
    <p:extLst>
      <p:ext uri="{BB962C8B-B14F-4D97-AF65-F5344CB8AC3E}">
        <p14:creationId xmlns:p14="http://schemas.microsoft.com/office/powerpoint/2010/main" val="454386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2026-07-05T08:32:30.4890000Z</dcterms:created>
  <dcterms:modified xsi:type="dcterms:W3CDTF">2026-07-05T08:32:30.4890000Z</dcterms:modified>
</coreProperties>
</file>