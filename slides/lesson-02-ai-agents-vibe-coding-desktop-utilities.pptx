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dfadb7aeff4f26" /><Relationship Type="http://schemas.openxmlformats.org/officeDocument/2006/relationships/extended-properties" Target="/docProps/app.xml" Id="R87b427b0f9a04818" /><Relationship Type="http://schemas.openxmlformats.org/officeDocument/2006/relationships/officeDocument" Target="/ppt/presentation.xml" Id="R40c0faf04c9a42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71306a05594227"/>
  </p:sldMasterIdLst>
  <p:notesMasterIdLst>
    <p:notesMasterId xmlns:r="http://schemas.openxmlformats.org/officeDocument/2006/relationships" r:id="Rd1914a8e75de4e10"/>
  </p:notesMasterIdLst>
  <p:sldIdLst>
    <p:sldId xmlns:r="http://schemas.openxmlformats.org/officeDocument/2006/relationships" id="256" r:id="Rf414fa4eb0e74f57"/>
    <p:sldId xmlns:r="http://schemas.openxmlformats.org/officeDocument/2006/relationships" id="257" r:id="R60d7018a5ab7478c"/>
    <p:sldId xmlns:r="http://schemas.openxmlformats.org/officeDocument/2006/relationships" id="258" r:id="R6aac74a2af464990"/>
    <p:sldId xmlns:r="http://schemas.openxmlformats.org/officeDocument/2006/relationships" id="259" r:id="R390413cec34f4d33"/>
    <p:sldId xmlns:r="http://schemas.openxmlformats.org/officeDocument/2006/relationships" id="260" r:id="R1f9f721604e24577"/>
    <p:sldId xmlns:r="http://schemas.openxmlformats.org/officeDocument/2006/relationships" id="261" r:id="R288b739bdddf4526"/>
    <p:sldId xmlns:r="http://schemas.openxmlformats.org/officeDocument/2006/relationships" id="262" r:id="R1053127786774ef2"/>
    <p:sldId xmlns:r="http://schemas.openxmlformats.org/officeDocument/2006/relationships" id="263" r:id="R0236d8de5b164f4a"/>
    <p:sldId xmlns:r="http://schemas.openxmlformats.org/officeDocument/2006/relationships" id="264" r:id="R327f23a4cb5f409a"/>
    <p:sldId xmlns:r="http://schemas.openxmlformats.org/officeDocument/2006/relationships" id="265" r:id="R1ddcd1b32e6941d8"/>
    <p:sldId xmlns:r="http://schemas.openxmlformats.org/officeDocument/2006/relationships" id="266" r:id="Rfd0b00059c2a48be"/>
    <p:sldId xmlns:r="http://schemas.openxmlformats.org/officeDocument/2006/relationships" id="267" r:id="Raa4047ee1e474b00"/>
    <p:sldId xmlns:r="http://schemas.openxmlformats.org/officeDocument/2006/relationships" id="268" r:id="R71f0b5b710f341ce"/>
    <p:sldId xmlns:r="http://schemas.openxmlformats.org/officeDocument/2006/relationships" id="269" r:id="Rf8f2f1832e3047c2"/>
    <p:sldId xmlns:r="http://schemas.openxmlformats.org/officeDocument/2006/relationships" id="270" r:id="R56cf715b7019454c"/>
    <p:sldId xmlns:r="http://schemas.openxmlformats.org/officeDocument/2006/relationships" id="271" r:id="R619250268bcf437c"/>
    <p:sldId xmlns:r="http://schemas.openxmlformats.org/officeDocument/2006/relationships" id="272" r:id="R131248629ddc40e4"/>
    <p:sldId xmlns:r="http://schemas.openxmlformats.org/officeDocument/2006/relationships" id="273" r:id="R5aef5e2727cf4c51"/>
    <p:sldId xmlns:r="http://schemas.openxmlformats.org/officeDocument/2006/relationships" id="274" r:id="Rf16463795a6d48e3"/>
    <p:sldId xmlns:r="http://schemas.openxmlformats.org/officeDocument/2006/relationships" id="275" r:id="R5b71f17591f14cb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4b1fdcf7f8400a" /><Relationship Type="http://schemas.openxmlformats.org/officeDocument/2006/relationships/slideMaster" Target="/ppt/slideMasters/slideMaster1.xml" Id="R6171306a05594227" /><Relationship Type="http://schemas.openxmlformats.org/officeDocument/2006/relationships/notesMaster" Target="/ppt/notesMasters/notesMaster1.xml" Id="Rd1914a8e75de4e10" /><Relationship Type="http://schemas.openxmlformats.org/officeDocument/2006/relationships/presProps" Target="/ppt/presProps.xml" Id="R84d5b242091a4840" /><Relationship Type="http://schemas.openxmlformats.org/officeDocument/2006/relationships/tableStyles" Target="/ppt/tableStyles.xml" Id="R03f7ba46e3344f06" /><Relationship Type="http://schemas.openxmlformats.org/officeDocument/2006/relationships/slide" Target="/ppt/slides/slide1.xml" Id="Rf414fa4eb0e74f57" /><Relationship Type="http://schemas.openxmlformats.org/officeDocument/2006/relationships/slide" Target="/ppt/slides/slide2.xml" Id="R60d7018a5ab7478c" /><Relationship Type="http://schemas.openxmlformats.org/officeDocument/2006/relationships/slide" Target="/ppt/slides/slide3.xml" Id="R6aac74a2af464990" /><Relationship Type="http://schemas.openxmlformats.org/officeDocument/2006/relationships/slide" Target="/ppt/slides/slide4.xml" Id="R390413cec34f4d33" /><Relationship Type="http://schemas.openxmlformats.org/officeDocument/2006/relationships/slide" Target="/ppt/slides/slide5.xml" Id="R1f9f721604e24577" /><Relationship Type="http://schemas.openxmlformats.org/officeDocument/2006/relationships/slide" Target="/ppt/slides/slide6.xml" Id="R288b739bdddf4526" /><Relationship Type="http://schemas.openxmlformats.org/officeDocument/2006/relationships/slide" Target="/ppt/slides/slide7.xml" Id="R1053127786774ef2" /><Relationship Type="http://schemas.openxmlformats.org/officeDocument/2006/relationships/slide" Target="/ppt/slides/slide8.xml" Id="R0236d8de5b164f4a" /><Relationship Type="http://schemas.openxmlformats.org/officeDocument/2006/relationships/slide" Target="/ppt/slides/slide9.xml" Id="R327f23a4cb5f409a" /><Relationship Type="http://schemas.openxmlformats.org/officeDocument/2006/relationships/slide" Target="/ppt/slides/slide10.xml" Id="R1ddcd1b32e6941d8" /><Relationship Type="http://schemas.openxmlformats.org/officeDocument/2006/relationships/slide" Target="/ppt/slides/slide11.xml" Id="Rfd0b00059c2a48be" /><Relationship Type="http://schemas.openxmlformats.org/officeDocument/2006/relationships/slide" Target="/ppt/slides/slide12.xml" Id="Raa4047ee1e474b00" /><Relationship Type="http://schemas.openxmlformats.org/officeDocument/2006/relationships/slide" Target="/ppt/slides/slide13.xml" Id="R71f0b5b710f341ce" /><Relationship Type="http://schemas.openxmlformats.org/officeDocument/2006/relationships/slide" Target="/ppt/slides/slide14.xml" Id="Rf8f2f1832e3047c2" /><Relationship Type="http://schemas.openxmlformats.org/officeDocument/2006/relationships/slide" Target="/ppt/slides/slide15.xml" Id="R56cf715b7019454c" /><Relationship Type="http://schemas.openxmlformats.org/officeDocument/2006/relationships/slide" Target="/ppt/slides/slide16.xml" Id="R619250268bcf437c" /><Relationship Type="http://schemas.openxmlformats.org/officeDocument/2006/relationships/slide" Target="/ppt/slides/slide17.xml" Id="R131248629ddc40e4" /><Relationship Type="http://schemas.openxmlformats.org/officeDocument/2006/relationships/slide" Target="/ppt/slides/slide18.xml" Id="R5aef5e2727cf4c51" /><Relationship Type="http://schemas.openxmlformats.org/officeDocument/2006/relationships/slide" Target="/ppt/slides/slide19.xml" Id="Rf16463795a6d48e3" /><Relationship Type="http://schemas.openxmlformats.org/officeDocument/2006/relationships/slide" Target="/ppt/slides/slide20.xml" Id="R5b71f17591f14c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3f50e7707d41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cec9e1f1f54852" /><Relationship Type="http://schemas.openxmlformats.org/officeDocument/2006/relationships/notesMaster" Target="/ppt/notesMasters/notesMaster1.xml" Id="Rf0c0bd0e8edf49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fef47a6ade4eab" /><Relationship Type="http://schemas.openxmlformats.org/officeDocument/2006/relationships/notesMaster" Target="/ppt/notesMasters/notesMaster1.xml" Id="R032fb6ac87b74b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9dbb12051d4770" /><Relationship Type="http://schemas.openxmlformats.org/officeDocument/2006/relationships/notesMaster" Target="/ppt/notesMasters/notesMaster1.xml" Id="R21dafe948dda4c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4404cdbdb94237" /><Relationship Type="http://schemas.openxmlformats.org/officeDocument/2006/relationships/notesMaster" Target="/ppt/notesMasters/notesMaster1.xml" Id="R3e1ea4a1382b46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e5907036284ad7" /><Relationship Type="http://schemas.openxmlformats.org/officeDocument/2006/relationships/notesMaster" Target="/ppt/notesMasters/notesMaster1.xml" Id="Rf407370859e342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2b96c0ed4c4f8b" /><Relationship Type="http://schemas.openxmlformats.org/officeDocument/2006/relationships/notesMaster" Target="/ppt/notesMasters/notesMaster1.xml" Id="R099b862f110b4e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303ea84f3c426f" /><Relationship Type="http://schemas.openxmlformats.org/officeDocument/2006/relationships/notesMaster" Target="/ppt/notesMasters/notesMaster1.xml" Id="Rdc7daf906c4541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cb020b76e042f3" /><Relationship Type="http://schemas.openxmlformats.org/officeDocument/2006/relationships/notesMaster" Target="/ppt/notesMasters/notesMaster1.xml" Id="R06a2b69d567c4c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b232ad62774b2a" /><Relationship Type="http://schemas.openxmlformats.org/officeDocument/2006/relationships/notesMaster" Target="/ppt/notesMasters/notesMaster1.xml" Id="Rdef86733868342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be531b60de4565" /><Relationship Type="http://schemas.openxmlformats.org/officeDocument/2006/relationships/notesMaster" Target="/ppt/notesMasters/notesMaster1.xml" Id="R25b6c942e2544f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03b682a11994f82" /><Relationship Type="http://schemas.openxmlformats.org/officeDocument/2006/relationships/notesMaster" Target="/ppt/notesMasters/notesMaster1.xml" Id="R0834ea2297324f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0ebc9c22fc45af" /><Relationship Type="http://schemas.openxmlformats.org/officeDocument/2006/relationships/notesMaster" Target="/ppt/notesMasters/notesMaster1.xml" Id="R0366409f6e0a4f5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cf5e1132b9497b" /><Relationship Type="http://schemas.openxmlformats.org/officeDocument/2006/relationships/notesMaster" Target="/ppt/notesMasters/notesMaster1.xml" Id="R0e06e5bf851f478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a46c194f3c74e37" /><Relationship Type="http://schemas.openxmlformats.org/officeDocument/2006/relationships/notesMaster" Target="/ppt/notesMasters/notesMaster1.xml" Id="R1fd54035ab1947a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264bbd8b204f9e" /><Relationship Type="http://schemas.openxmlformats.org/officeDocument/2006/relationships/notesMaster" Target="/ppt/notesMasters/notesMaster1.xml" Id="R177a54be8989491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f77eef5ad694983" /><Relationship Type="http://schemas.openxmlformats.org/officeDocument/2006/relationships/notesMaster" Target="/ppt/notesMasters/notesMaster1.xml" Id="R8c71da8c5ce1499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cf8d9de942949ac" /><Relationship Type="http://schemas.openxmlformats.org/officeDocument/2006/relationships/notesMaster" Target="/ppt/notesMasters/notesMaster1.xml" Id="Ref7df2b66aef4b1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d713e37f3544c3a" /><Relationship Type="http://schemas.openxmlformats.org/officeDocument/2006/relationships/notesMaster" Target="/ppt/notesMasters/notesMaster1.xml" Id="R7acc9893fc3b4d1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83e2b621db34573" /><Relationship Type="http://schemas.openxmlformats.org/officeDocument/2006/relationships/notesMaster" Target="/ppt/notesMasters/notesMaster1.xml" Id="R96f08ec5f91d42c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fb48bbce19948dd" /><Relationship Type="http://schemas.openxmlformats.org/officeDocument/2006/relationships/notesMaster" Target="/ppt/notesMasters/notesMaster1.xml" Id="R6bfe791216c84e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e8d2b819d74d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cb489c1ed6415d" /><Relationship Type="http://schemas.openxmlformats.org/officeDocument/2006/relationships/slideLayout" Target="/ppt/slideLayouts/slideLayout1.xml" Id="Re02fc1f50e394af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2fc1f50e394af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3e30284894cf9" /><Relationship Type="http://schemas.openxmlformats.org/officeDocument/2006/relationships/notesSlide" Target="/ppt/notesSlides/notesSlide1.xml" Id="R8cb6d4b5b6a647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2c547488b40df" /><Relationship Type="http://schemas.openxmlformats.org/officeDocument/2006/relationships/notesSlide" Target="/ppt/notesSlides/notesSlide2.xml" Id="Ra2ef92f7c7714d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0d7c60da34252" /><Relationship Type="http://schemas.openxmlformats.org/officeDocument/2006/relationships/notesSlide" Target="/ppt/notesSlides/notesSlide3.xml" Id="Ra9fb65ff77b149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6975522d04a1f" /><Relationship Type="http://schemas.openxmlformats.org/officeDocument/2006/relationships/notesSlide" Target="/ppt/notesSlides/notesSlide4.xml" Id="R65ef4a0d260f4a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b19ecbba74331" /><Relationship Type="http://schemas.openxmlformats.org/officeDocument/2006/relationships/notesSlide" Target="/ppt/notesSlides/notesSlide5.xml" Id="Rdf4c6353182e42b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b2bec098f4b3b" /><Relationship Type="http://schemas.openxmlformats.org/officeDocument/2006/relationships/notesSlide" Target="/ppt/notesSlides/notesSlide6.xml" Id="R6bbc244c6c494f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f881dbd74499a" /><Relationship Type="http://schemas.openxmlformats.org/officeDocument/2006/relationships/notesSlide" Target="/ppt/notesSlides/notesSlide7.xml" Id="R13d2d454e33248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f66cf5797640b3" /><Relationship Type="http://schemas.openxmlformats.org/officeDocument/2006/relationships/notesSlide" Target="/ppt/notesSlides/notesSlide8.xml" Id="R5558e1c2d8f64f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01ce0a7504383" /><Relationship Type="http://schemas.openxmlformats.org/officeDocument/2006/relationships/notesSlide" Target="/ppt/notesSlides/notesSlide9.xml" Id="Rcc6b547bfdeb48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bfb47a6e514670" /><Relationship Type="http://schemas.openxmlformats.org/officeDocument/2006/relationships/notesSlide" Target="/ppt/notesSlides/notesSlide10.xml" Id="R326d3bd096ef4e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12e4475594613" /><Relationship Type="http://schemas.openxmlformats.org/officeDocument/2006/relationships/notesSlide" Target="/ppt/notesSlides/notesSlide11.xml" Id="R0ee249b1129940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0364362af4766" /><Relationship Type="http://schemas.openxmlformats.org/officeDocument/2006/relationships/notesSlide" Target="/ppt/notesSlides/notesSlide12.xml" Id="Ra04f30681d5442f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edf8113bb4494" /><Relationship Type="http://schemas.openxmlformats.org/officeDocument/2006/relationships/notesSlide" Target="/ppt/notesSlides/notesSlide13.xml" Id="R59170b95000f474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7e38420104676" /><Relationship Type="http://schemas.openxmlformats.org/officeDocument/2006/relationships/notesSlide" Target="/ppt/notesSlides/notesSlide14.xml" Id="Ra28fa3097d3b46c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4b5250a3a479a" /><Relationship Type="http://schemas.openxmlformats.org/officeDocument/2006/relationships/notesSlide" Target="/ppt/notesSlides/notesSlide15.xml" Id="Rbe176fea2a0f44e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724dd6d334e4d" /><Relationship Type="http://schemas.openxmlformats.org/officeDocument/2006/relationships/notesSlide" Target="/ppt/notesSlides/notesSlide16.xml" Id="R40a6f462cb21485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d2fe7c02c4718" /><Relationship Type="http://schemas.openxmlformats.org/officeDocument/2006/relationships/notesSlide" Target="/ppt/notesSlides/notesSlide17.xml" Id="R717540c0974246e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5be5b27914675" /><Relationship Type="http://schemas.openxmlformats.org/officeDocument/2006/relationships/notesSlide" Target="/ppt/notesSlides/notesSlide18.xml" Id="R830567e0f3cb43b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7c1c51c9ca4c73" /><Relationship Type="http://schemas.openxmlformats.org/officeDocument/2006/relationships/notesSlide" Target="/ppt/notesSlides/notesSlide19.xml" Id="R5dcfb6b4304c4ec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6885d20724bc5" /><Relationship Type="http://schemas.openxmlformats.org/officeDocument/2006/relationships/notesSlide" Target="/ppt/notesSlides/notesSlide20.xml" Id="R3bf4796e1d9944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9E35109-3FA3-4A68-84BD-6CA8A02E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F4C892B-4DD8-429F-95F7-9A91604D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0EE9088-4691-4455-AED6-76A12DBE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647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 xmlns:a="http://schemas.openxmlformats.org/drawingml/2006/main">
              <a:ext uri="{FF2B5EF4-FFF2-40B4-BE49-F238E27FC236}">
                <a16:creationId xmlns:a16="http://schemas.microsoft.com/office/drawing/2014/main" id="{76AE9DC6-1E8D-4C50-8171-3CF6943B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 xmlns:a="http://schemas.openxmlformats.org/drawingml/2006/main">
              <a:ext uri="{FF2B5EF4-FFF2-40B4-BE49-F238E27FC236}">
                <a16:creationId xmlns:a16="http://schemas.microsoft.com/office/drawing/2014/main" id="{1A78E723-E7A4-4493-9B8F-578C1274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flow-line-2">
            <a:extLst xmlns:a="http://schemas.openxmlformats.org/drawingml/2006/main">
              <a:ext uri="{FF2B5EF4-FFF2-40B4-BE49-F238E27FC236}">
                <a16:creationId xmlns:a16="http://schemas.microsoft.com/office/drawing/2014/main" id="{2EDB3419-79A0-4AC3-A500-801B0DA6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81250"/>
            <a:ext cx="0" cy="1771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flow-line-3">
            <a:extLst xmlns:a="http://schemas.openxmlformats.org/drawingml/2006/main">
              <a:ext uri="{FF2B5EF4-FFF2-40B4-BE49-F238E27FC236}">
                <a16:creationId xmlns:a16="http://schemas.microsoft.com/office/drawing/2014/main" id="{EA68ECFB-DF78-4549-B228-B6A55536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ask">
            <a:extLst xmlns:a="http://schemas.openxmlformats.org/drawingml/2006/main">
              <a:ext uri="{FF2B5EF4-FFF2-40B4-BE49-F238E27FC236}">
                <a16:creationId xmlns:a16="http://schemas.microsoft.com/office/drawing/2014/main" id="{E1E27A7B-699E-45F4-BB70-4501335D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 xmlns:a="http://schemas.openxmlformats.org/drawingml/2006/main">
              <a:ext uri="{FF2B5EF4-FFF2-40B4-BE49-F238E27FC236}">
                <a16:creationId xmlns:a16="http://schemas.microsoft.com/office/drawing/2014/main" id="{F6C5F352-E72A-413A-99DE-40D2F7EC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51E99080-97B2-464B-9E0D-50E1CA36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9906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 xmlns:a="http://schemas.openxmlformats.org/drawingml/2006/main">
              <a:ext uri="{FF2B5EF4-FFF2-40B4-BE49-F238E27FC236}">
                <a16:creationId xmlns:a16="http://schemas.microsoft.com/office/drawing/2014/main" id="{41D0C1E0-6B8E-44CD-AADD-95D970AC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 xmlns:a="http://schemas.openxmlformats.org/drawingml/2006/main">
              <a:ext uri="{FF2B5EF4-FFF2-40B4-BE49-F238E27FC236}">
                <a16:creationId xmlns:a16="http://schemas.microsoft.com/office/drawing/2014/main" id="{669C9CD5-9DBF-41CC-933F-AFAED75C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 xmlns:a="http://schemas.openxmlformats.org/drawingml/2006/main">
              <a:ext uri="{FF2B5EF4-FFF2-40B4-BE49-F238E27FC236}">
                <a16:creationId xmlns:a16="http://schemas.microsoft.com/office/drawing/2014/main" id="{C9D37ADE-518F-45CB-8A31-C91E20D0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863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9168B718-A13C-47F0-844B-FB6FED54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1/20</a:t>
            </a:r>
          </a:p>
        </p:txBody>
      </p:sp>
    </p:spTree>
    <p:extLst>
      <p:ext uri="{BB962C8B-B14F-4D97-AF65-F5344CB8AC3E}">
        <p14:creationId xmlns:p14="http://schemas.microsoft.com/office/powerpoint/2010/main" val="4462665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61470BB-D74A-4D1E-BF63-FE1DEDD8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79C624A-2121-4B15-8788-C219CE64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3EBE611-1BFC-47C6-B96D-CF9295E8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2/20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308997B-FBFC-4ECB-9008-13E17DF0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526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 xmlns:a="http://schemas.openxmlformats.org/drawingml/2006/main">
              <a:ext uri="{FF2B5EF4-FFF2-40B4-BE49-F238E27FC236}">
                <a16:creationId xmlns:a16="http://schemas.microsoft.com/office/drawing/2014/main" id="{164878A0-465D-4CBC-92E4-AB98880A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C7AB1ACD-F228-415D-A8D0-BB6EBE0E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 xmlns:a="http://schemas.openxmlformats.org/drawingml/2006/main">
              <a:ext uri="{FF2B5EF4-FFF2-40B4-BE49-F238E27FC236}">
                <a16:creationId xmlns:a16="http://schemas.microsoft.com/office/drawing/2014/main" id="{4798DC0D-D355-47CE-9B02-5CCA7A12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 xmlns:a="http://schemas.openxmlformats.org/drawingml/2006/main">
              <a:ext uri="{FF2B5EF4-FFF2-40B4-BE49-F238E27FC236}">
                <a16:creationId xmlns:a16="http://schemas.microsoft.com/office/drawing/2014/main" id="{F67ABC6E-4A33-42B6-AA8A-1A246406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-1">
            <a:extLst xmlns:a="http://schemas.openxmlformats.org/drawingml/2006/main">
              <a:ext uri="{FF2B5EF4-FFF2-40B4-BE49-F238E27FC236}">
                <a16:creationId xmlns:a16="http://schemas.microsoft.com/office/drawing/2014/main" id="{238E5DBC-9EB1-43AC-AFF0-7F8C8B54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 xmlns:a="http://schemas.openxmlformats.org/drawingml/2006/main">
              <a:ext uri="{FF2B5EF4-FFF2-40B4-BE49-F238E27FC236}">
                <a16:creationId xmlns:a16="http://schemas.microsoft.com/office/drawing/2014/main" id="{8F1ED5DA-4639-44CE-8071-B32B5F9D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 xmlns:a="http://schemas.openxmlformats.org/drawingml/2006/main">
              <a:ext uri="{FF2B5EF4-FFF2-40B4-BE49-F238E27FC236}">
                <a16:creationId xmlns:a16="http://schemas.microsoft.com/office/drawing/2014/main" id="{D0EFAEC0-FEE1-4EBE-B0DA-DC849ACC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8815497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7FB7E10-3F72-49E7-909F-34B06E10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783733-8456-40DF-A831-BF948E66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5AE2443-E8F3-4A10-9EDC-6A4F556C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3/20</a:t>
            </a:r>
          </a:p>
        </p:txBody>
      </p:sp>
      <p:sp>
        <p:nvSpPr>
          <p:cNvPr id="4" name="stack-0">
            <a:extLst xmlns:a="http://schemas.openxmlformats.org/drawingml/2006/main">
              <a:ext uri="{FF2B5EF4-FFF2-40B4-BE49-F238E27FC236}">
                <a16:creationId xmlns:a16="http://schemas.microsoft.com/office/drawing/2014/main" id="{2B68EC39-26DB-4D2A-9F86-DC1B5206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7145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ack-name-0">
            <a:extLst xmlns:a="http://schemas.openxmlformats.org/drawingml/2006/main">
              <a:ext uri="{FF2B5EF4-FFF2-40B4-BE49-F238E27FC236}">
                <a16:creationId xmlns:a16="http://schemas.microsoft.com/office/drawing/2014/main" id="{564D68ED-6484-4D26-A001-A3FF0A7C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847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 xmlns:a="http://schemas.openxmlformats.org/drawingml/2006/main">
              <a:ext uri="{FF2B5EF4-FFF2-40B4-BE49-F238E27FC236}">
                <a16:creationId xmlns:a16="http://schemas.microsoft.com/office/drawing/2014/main" id="{A2A93F5A-E805-47E2-AF5B-559F6457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383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 xmlns:a="http://schemas.openxmlformats.org/drawingml/2006/main">
              <a:ext uri="{FF2B5EF4-FFF2-40B4-BE49-F238E27FC236}">
                <a16:creationId xmlns:a16="http://schemas.microsoft.com/office/drawing/2014/main" id="{37087F17-0EFB-4BA6-9894-D49C66DE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716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72677F5D-9105-4D8F-A320-AD767CD3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193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stack-name-1">
            <a:extLst xmlns:a="http://schemas.openxmlformats.org/drawingml/2006/main">
              <a:ext uri="{FF2B5EF4-FFF2-40B4-BE49-F238E27FC236}">
                <a16:creationId xmlns:a16="http://schemas.microsoft.com/office/drawing/2014/main" id="{CB2FE843-90B1-489C-911E-9EF40844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5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 xmlns:a="http://schemas.openxmlformats.org/drawingml/2006/main">
              <a:ext uri="{FF2B5EF4-FFF2-40B4-BE49-F238E27FC236}">
                <a16:creationId xmlns:a16="http://schemas.microsoft.com/office/drawing/2014/main" id="{4B56D0D4-1E31-41F8-B23A-F0348306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431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 xmlns:a="http://schemas.openxmlformats.org/drawingml/2006/main">
              <a:ext uri="{FF2B5EF4-FFF2-40B4-BE49-F238E27FC236}">
                <a16:creationId xmlns:a16="http://schemas.microsoft.com/office/drawing/2014/main" id="{47D74292-2192-4799-89E7-37481393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stack-2">
            <a:extLst xmlns:a="http://schemas.openxmlformats.org/drawingml/2006/main">
              <a:ext uri="{FF2B5EF4-FFF2-40B4-BE49-F238E27FC236}">
                <a16:creationId xmlns:a16="http://schemas.microsoft.com/office/drawing/2014/main" id="{A37A9165-9FB1-4D88-8A4E-32C36337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242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</p:sp>
      <p:sp>
        <p:nvSpPr>
          <p:cNvPr id="13" name="stack-name-2">
            <a:extLst xmlns:a="http://schemas.openxmlformats.org/drawingml/2006/main">
              <a:ext uri="{FF2B5EF4-FFF2-40B4-BE49-F238E27FC236}">
                <a16:creationId xmlns:a16="http://schemas.microsoft.com/office/drawing/2014/main" id="{E950E63D-6C19-43F2-A3CD-458A6CBC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257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 xmlns:a="http://schemas.openxmlformats.org/drawingml/2006/main">
              <a:ext uri="{FF2B5EF4-FFF2-40B4-BE49-F238E27FC236}">
                <a16:creationId xmlns:a16="http://schemas.microsoft.com/office/drawing/2014/main" id="{DBD3DD9E-691E-461D-A320-4A59A06C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480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 xmlns:a="http://schemas.openxmlformats.org/drawingml/2006/main">
              <a:ext uri="{FF2B5EF4-FFF2-40B4-BE49-F238E27FC236}">
                <a16:creationId xmlns:a16="http://schemas.microsoft.com/office/drawing/2014/main" id="{5AED4FA1-E5E0-460B-BEB5-2435BA0D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813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stack-3">
            <a:extLst xmlns:a="http://schemas.openxmlformats.org/drawingml/2006/main">
              <a:ext uri="{FF2B5EF4-FFF2-40B4-BE49-F238E27FC236}">
                <a16:creationId xmlns:a16="http://schemas.microsoft.com/office/drawing/2014/main" id="{93B36330-C0FB-4EC3-B505-7D9F71C1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290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stack-name-3">
            <a:extLst xmlns:a="http://schemas.openxmlformats.org/drawingml/2006/main">
              <a:ext uri="{FF2B5EF4-FFF2-40B4-BE49-F238E27FC236}">
                <a16:creationId xmlns:a16="http://schemas.microsoft.com/office/drawing/2014/main" id="{E25C6451-84E5-4B84-B2E1-A3E5B98E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 xmlns:a="http://schemas.openxmlformats.org/drawingml/2006/main">
              <a:ext uri="{FF2B5EF4-FFF2-40B4-BE49-F238E27FC236}">
                <a16:creationId xmlns:a16="http://schemas.microsoft.com/office/drawing/2014/main" id="{23CD4935-5A23-43D0-9827-9DE1F028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528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 xmlns:a="http://schemas.openxmlformats.org/drawingml/2006/main">
              <a:ext uri="{FF2B5EF4-FFF2-40B4-BE49-F238E27FC236}">
                <a16:creationId xmlns:a16="http://schemas.microsoft.com/office/drawing/2014/main" id="{1617835A-A276-4187-BB91-FE3AE0B7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862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0" name="stack-4">
            <a:extLst xmlns:a="http://schemas.openxmlformats.org/drawingml/2006/main">
              <a:ext uri="{FF2B5EF4-FFF2-40B4-BE49-F238E27FC236}">
                <a16:creationId xmlns:a16="http://schemas.microsoft.com/office/drawing/2014/main" id="{1A553FD9-BFF3-424F-BCFF-83FC7071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stack-name-4">
            <a:extLst xmlns:a="http://schemas.openxmlformats.org/drawingml/2006/main">
              <a:ext uri="{FF2B5EF4-FFF2-40B4-BE49-F238E27FC236}">
                <a16:creationId xmlns:a16="http://schemas.microsoft.com/office/drawing/2014/main" id="{DB0EBEED-E404-450E-8263-AEFEB3E5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67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 xmlns:a="http://schemas.openxmlformats.org/drawingml/2006/main">
              <a:ext uri="{FF2B5EF4-FFF2-40B4-BE49-F238E27FC236}">
                <a16:creationId xmlns:a16="http://schemas.microsoft.com/office/drawing/2014/main" id="{11A07700-45CD-4923-9AC5-F6022FC8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577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 xmlns:a="http://schemas.openxmlformats.org/drawingml/2006/main">
              <a:ext uri="{FF2B5EF4-FFF2-40B4-BE49-F238E27FC236}">
                <a16:creationId xmlns:a16="http://schemas.microsoft.com/office/drawing/2014/main" id="{D8028370-1CEC-4219-A210-93F225CE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910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4" name="goal-box">
            <a:extLst xmlns:a="http://schemas.openxmlformats.org/drawingml/2006/main">
              <a:ext uri="{FF2B5EF4-FFF2-40B4-BE49-F238E27FC236}">
                <a16:creationId xmlns:a16="http://schemas.microsoft.com/office/drawing/2014/main" id="{401C2498-C1FF-4E13-883D-3FF1D269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24500"/>
            <a:ext cx="76581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goal-text">
            <a:extLst xmlns:a="http://schemas.openxmlformats.org/drawingml/2006/main">
              <a:ext uri="{FF2B5EF4-FFF2-40B4-BE49-F238E27FC236}">
                <a16:creationId xmlns:a16="http://schemas.microsoft.com/office/drawing/2014/main" id="{5C35EAE2-E91A-4648-AA1C-4EDE1AE8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959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7135480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CE4509C-1F17-4C42-8359-12EB72B0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6CA6180-C25C-4752-BEDF-335034E5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FC6591E-BCF7-45C8-A442-784F9692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4/20</a:t>
            </a:r>
          </a:p>
        </p:txBody>
      </p:sp>
      <p:sp>
        <p:nvSpPr>
          <p:cNvPr id="4" name="scenario">
            <a:extLst xmlns:a="http://schemas.openxmlformats.org/drawingml/2006/main">
              <a:ext uri="{FF2B5EF4-FFF2-40B4-BE49-F238E27FC236}">
                <a16:creationId xmlns:a16="http://schemas.microsoft.com/office/drawing/2014/main" id="{D989045A-010F-4B13-8CC1-A6440A57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 xmlns:a="http://schemas.openxmlformats.org/drawingml/2006/main">
              <a:ext uri="{FF2B5EF4-FFF2-40B4-BE49-F238E27FC236}">
                <a16:creationId xmlns:a16="http://schemas.microsoft.com/office/drawing/2014/main" id="{83B26797-2734-47B1-8BC7-64011E8D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 xmlns:a="http://schemas.openxmlformats.org/drawingml/2006/main">
              <a:ext uri="{FF2B5EF4-FFF2-40B4-BE49-F238E27FC236}">
                <a16:creationId xmlns:a16="http://schemas.microsoft.com/office/drawing/2014/main" id="{1BB84B6A-E7F8-4564-BA2D-BAE658F7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908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 xmlns:a="http://schemas.openxmlformats.org/drawingml/2006/main">
              <a:ext uri="{FF2B5EF4-FFF2-40B4-BE49-F238E27FC236}">
                <a16:creationId xmlns:a16="http://schemas.microsoft.com/office/drawing/2014/main" id="{1EF8283F-049E-4AE3-B617-0842ADB1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row-head-1">
            <a:extLst xmlns:a="http://schemas.openxmlformats.org/drawingml/2006/main">
              <a:ext uri="{FF2B5EF4-FFF2-40B4-BE49-F238E27FC236}">
                <a16:creationId xmlns:a16="http://schemas.microsoft.com/office/drawing/2014/main" id="{4633D9FD-5EBC-42D4-91C9-EA93998C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71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 xmlns:a="http://schemas.openxmlformats.org/drawingml/2006/main">
              <a:ext uri="{FF2B5EF4-FFF2-40B4-BE49-F238E27FC236}">
                <a16:creationId xmlns:a16="http://schemas.microsoft.com/office/drawing/2014/main" id="{02E1FDFE-AC6E-4203-8E49-B666CE7D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76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 xmlns:a="http://schemas.openxmlformats.org/drawingml/2006/main">
              <a:ext uri="{FF2B5EF4-FFF2-40B4-BE49-F238E27FC236}">
                <a16:creationId xmlns:a16="http://schemas.microsoft.com/office/drawing/2014/main" id="{F495CC6C-388D-48FE-9597-8A83009B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1" name="row-head-2">
            <a:extLst xmlns:a="http://schemas.openxmlformats.org/drawingml/2006/main">
              <a:ext uri="{FF2B5EF4-FFF2-40B4-BE49-F238E27FC236}">
                <a16:creationId xmlns:a16="http://schemas.microsoft.com/office/drawing/2014/main" id="{4EBBFE36-E588-4446-A6B2-25FD3F58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 xmlns:a="http://schemas.openxmlformats.org/drawingml/2006/main">
              <a:ext uri="{FF2B5EF4-FFF2-40B4-BE49-F238E27FC236}">
                <a16:creationId xmlns:a16="http://schemas.microsoft.com/office/drawing/2014/main" id="{8EAB7A44-C760-4AB0-BA68-D6E0A1D5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62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 xmlns:a="http://schemas.openxmlformats.org/drawingml/2006/main">
              <a:ext uri="{FF2B5EF4-FFF2-40B4-BE49-F238E27FC236}">
                <a16:creationId xmlns:a16="http://schemas.microsoft.com/office/drawing/2014/main" id="{EBD286EE-930B-4934-B080-644BB2F4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4" name="row-head-3">
            <a:extLst xmlns:a="http://schemas.openxmlformats.org/drawingml/2006/main">
              <a:ext uri="{FF2B5EF4-FFF2-40B4-BE49-F238E27FC236}">
                <a16:creationId xmlns:a16="http://schemas.microsoft.com/office/drawing/2014/main" id="{4C08DFE2-5357-4E43-9B30-8DD7EDE2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43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 xmlns:a="http://schemas.openxmlformats.org/drawingml/2006/main">
              <a:ext uri="{FF2B5EF4-FFF2-40B4-BE49-F238E27FC236}">
                <a16:creationId xmlns:a16="http://schemas.microsoft.com/office/drawing/2014/main" id="{F50C4B9B-2B62-4453-BD23-9BA0FFF2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 xmlns:a="http://schemas.openxmlformats.org/drawingml/2006/main">
              <a:ext uri="{FF2B5EF4-FFF2-40B4-BE49-F238E27FC236}">
                <a16:creationId xmlns:a16="http://schemas.microsoft.com/office/drawing/2014/main" id="{CAFF81DF-A608-4755-9E47-BD0CBFB5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72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7" name="note">
            <a:extLst xmlns:a="http://schemas.openxmlformats.org/drawingml/2006/main">
              <a:ext uri="{FF2B5EF4-FFF2-40B4-BE49-F238E27FC236}">
                <a16:creationId xmlns:a16="http://schemas.microsoft.com/office/drawing/2014/main" id="{C6DC7D16-E318-42B1-A8BB-83E7C3C5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340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20694066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FED15C3-94A2-4279-8DF4-831CD2F3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36209F4-9DC3-4FBE-B410-41DD76AE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0A35F33-538E-4252-AF37-A83D1A02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5/20</a:t>
            </a:r>
          </a:p>
        </p:txBody>
      </p:sp>
      <p:sp>
        <p:nvSpPr>
          <p:cNvPr id="4" name="ladder-line">
            <a:extLst xmlns:a="http://schemas.openxmlformats.org/drawingml/2006/main">
              <a:ext uri="{FF2B5EF4-FFF2-40B4-BE49-F238E27FC236}">
                <a16:creationId xmlns:a16="http://schemas.microsoft.com/office/drawing/2014/main" id="{E1AECFA0-3887-45BA-BC79-6942F6D6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5" name="level-0">
            <a:extLst xmlns:a="http://schemas.openxmlformats.org/drawingml/2006/main">
              <a:ext uri="{FF2B5EF4-FFF2-40B4-BE49-F238E27FC236}">
                <a16:creationId xmlns:a16="http://schemas.microsoft.com/office/drawing/2014/main" id="{DA275454-77C7-415C-BE90-134CCDE7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 xmlns:a="http://schemas.openxmlformats.org/drawingml/2006/main">
              <a:ext uri="{FF2B5EF4-FFF2-40B4-BE49-F238E27FC236}">
                <a16:creationId xmlns:a16="http://schemas.microsoft.com/office/drawing/2014/main" id="{FB1F40D8-D643-4005-AFBD-AF11276A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 xmlns:a="http://schemas.openxmlformats.org/drawingml/2006/main">
              <a:ext uri="{FF2B5EF4-FFF2-40B4-BE49-F238E27FC236}">
                <a16:creationId xmlns:a16="http://schemas.microsoft.com/office/drawing/2014/main" id="{33CAD480-5B03-4A86-B4F8-7F2B79FB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 xmlns:a="http://schemas.openxmlformats.org/drawingml/2006/main">
              <a:ext uri="{FF2B5EF4-FFF2-40B4-BE49-F238E27FC236}">
                <a16:creationId xmlns:a16="http://schemas.microsoft.com/office/drawing/2014/main" id="{0C7A2802-3A3D-4008-AF9A-4E614A3F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 xmlns:a="http://schemas.openxmlformats.org/drawingml/2006/main">
              <a:ext uri="{FF2B5EF4-FFF2-40B4-BE49-F238E27FC236}">
                <a16:creationId xmlns:a16="http://schemas.microsoft.com/office/drawing/2014/main" id="{825DC013-9732-4B66-9C34-96E8F480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 xmlns:a="http://schemas.openxmlformats.org/drawingml/2006/main">
              <a:ext uri="{FF2B5EF4-FFF2-40B4-BE49-F238E27FC236}">
                <a16:creationId xmlns:a16="http://schemas.microsoft.com/office/drawing/2014/main" id="{CAC81A54-740B-449B-BB74-45EF706F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 xmlns:a="http://schemas.openxmlformats.org/drawingml/2006/main">
              <a:ext uri="{FF2B5EF4-FFF2-40B4-BE49-F238E27FC236}">
                <a16:creationId xmlns:a16="http://schemas.microsoft.com/office/drawing/2014/main" id="{FDDCE750-198E-4B6D-BE63-7D81C0A2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 xmlns:a="http://schemas.openxmlformats.org/drawingml/2006/main">
              <a:ext uri="{FF2B5EF4-FFF2-40B4-BE49-F238E27FC236}">
                <a16:creationId xmlns:a16="http://schemas.microsoft.com/office/drawing/2014/main" id="{FF5F94D7-7BCA-43B9-904B-293465EE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 xmlns:a="http://schemas.openxmlformats.org/drawingml/2006/main">
              <a:ext uri="{FF2B5EF4-FFF2-40B4-BE49-F238E27FC236}">
                <a16:creationId xmlns:a16="http://schemas.microsoft.com/office/drawing/2014/main" id="{6CC6E507-DB09-4AE6-913F-228BC540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 xmlns:a="http://schemas.openxmlformats.org/drawingml/2006/main">
              <a:ext uri="{FF2B5EF4-FFF2-40B4-BE49-F238E27FC236}">
                <a16:creationId xmlns:a16="http://schemas.microsoft.com/office/drawing/2014/main" id="{2A5FE297-7E6B-4D5F-BE06-F06F885B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1019E615-86F9-4752-8B18-E041BA93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578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10275773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23012BD-CB5B-4E12-9E39-93983D10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08B38B3-4B41-4689-81A4-F125514C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84DA221-9AF0-4096-AC2C-93285A76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6/20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CA96E668-E043-4F24-8BF8-E2423331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right">
            <a:extLst xmlns:a="http://schemas.openxmlformats.org/drawingml/2006/main">
              <a:ext uri="{FF2B5EF4-FFF2-40B4-BE49-F238E27FC236}">
                <a16:creationId xmlns:a16="http://schemas.microsoft.com/office/drawing/2014/main" id="{CECE6A03-50A0-4C8D-8E2B-B9E28F06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BBA4CE19-5DCA-4B3B-8F3A-A1D454C0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D30C97CA-31FE-4684-8734-F3F78F67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 xmlns:a="http://schemas.openxmlformats.org/drawingml/2006/main">
              <a:ext uri="{FF2B5EF4-FFF2-40B4-BE49-F238E27FC236}">
                <a16:creationId xmlns:a16="http://schemas.microsoft.com/office/drawing/2014/main" id="{B209F902-3BBC-4E83-89B1-63BD86E5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81350"/>
            <a:ext cx="12573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 xmlns:a="http://schemas.openxmlformats.org/drawingml/2006/main">
              <a:ext uri="{FF2B5EF4-FFF2-40B4-BE49-F238E27FC236}">
                <a16:creationId xmlns:a16="http://schemas.microsoft.com/office/drawing/2014/main" id="{F2D6A54F-EBDF-4CF6-932E-C2DB02A5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3525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 xmlns:a="http://schemas.openxmlformats.org/drawingml/2006/main">
              <a:ext uri="{FF2B5EF4-FFF2-40B4-BE49-F238E27FC236}">
                <a16:creationId xmlns:a16="http://schemas.microsoft.com/office/drawing/2014/main" id="{E7035AE9-6D0C-4D7D-88FF-C464B83B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38525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6670"/>
            </a:solidFill>
            <a:prstDash val="solid"/>
          </a:ln>
        </p:spPr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DDBA57C9-C689-48E7-B816-CF7E1348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100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5DC46E5E-C37A-4582-AF79-E8B7C966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EC6E222A-1534-4694-A0AD-77E7FF2F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4" name="a3">
            <a:extLst xmlns:a="http://schemas.openxmlformats.org/drawingml/2006/main">
              <a:ext uri="{FF2B5EF4-FFF2-40B4-BE49-F238E27FC236}">
                <a16:creationId xmlns:a16="http://schemas.microsoft.com/office/drawing/2014/main" id="{9703F0D9-9DF4-4A00-90F3-C6A60529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43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a4">
            <a:extLst xmlns:a="http://schemas.openxmlformats.org/drawingml/2006/main">
              <a:ext uri="{FF2B5EF4-FFF2-40B4-BE49-F238E27FC236}">
                <a16:creationId xmlns:a16="http://schemas.microsoft.com/office/drawing/2014/main" id="{F2271D6E-3EEA-4FE1-BC28-0278AC37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291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6" name="agent-Goal">
            <a:extLst xmlns:a="http://schemas.openxmlformats.org/drawingml/2006/main">
              <a:ext uri="{FF2B5EF4-FFF2-40B4-BE49-F238E27FC236}">
                <a16:creationId xmlns:a16="http://schemas.microsoft.com/office/drawing/2014/main" id="{FC8694F8-706F-4640-A7FF-7E3AD28E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 xmlns:a="http://schemas.openxmlformats.org/drawingml/2006/main">
              <a:ext uri="{FF2B5EF4-FFF2-40B4-BE49-F238E27FC236}">
                <a16:creationId xmlns:a16="http://schemas.microsoft.com/office/drawing/2014/main" id="{887B650D-62A2-4D32-B0C1-295F7C28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 xmlns:a="http://schemas.openxmlformats.org/drawingml/2006/main">
              <a:ext uri="{FF2B5EF4-FFF2-40B4-BE49-F238E27FC236}">
                <a16:creationId xmlns:a16="http://schemas.microsoft.com/office/drawing/2014/main" id="{63673480-EAAA-4A6C-BA80-DBA3B804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 xmlns:a="http://schemas.openxmlformats.org/drawingml/2006/main">
              <a:ext uri="{FF2B5EF4-FFF2-40B4-BE49-F238E27FC236}">
                <a16:creationId xmlns:a16="http://schemas.microsoft.com/office/drawing/2014/main" id="{3EE0DB46-E113-470C-B5CE-9C5A8D52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 xmlns:a="http://schemas.openxmlformats.org/drawingml/2006/main">
              <a:ext uri="{FF2B5EF4-FFF2-40B4-BE49-F238E27FC236}">
                <a16:creationId xmlns:a16="http://schemas.microsoft.com/office/drawing/2014/main" id="{3AF38B3E-5F8B-4993-847A-D9F69537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 xmlns:a="http://schemas.openxmlformats.org/drawingml/2006/main">
              <a:ext uri="{FF2B5EF4-FFF2-40B4-BE49-F238E27FC236}">
                <a16:creationId xmlns:a16="http://schemas.microsoft.com/office/drawing/2014/main" id="{6988435D-D1C9-4307-858A-A6C2F48D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67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2573515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961A3EE-AD22-4439-80BB-155846DA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030E2F2-EAD4-4DB5-9781-587DF6C0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528BACE-9EA4-4450-8C74-BBF7A162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7/20</a:t>
            </a:r>
          </a:p>
        </p:txBody>
      </p:sp>
      <p:sp>
        <p:nvSpPr>
          <p:cNvPr id="4" name="workflow-boundary">
            <a:extLst xmlns:a="http://schemas.openxmlformats.org/drawingml/2006/main">
              <a:ext uri="{FF2B5EF4-FFF2-40B4-BE49-F238E27FC236}">
                <a16:creationId xmlns:a16="http://schemas.microsoft.com/office/drawing/2014/main" id="{2B087F76-B73A-4A59-B785-2C52B2ED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24050"/>
            <a:ext cx="9829800" cy="4057650"/>
          </a:xfrm>
          <a:prstGeom xmlns:a="http://schemas.openxmlformats.org/drawingml/2006/main" prst="roundRect">
            <a:avLst>
              <a:gd name="adj" fmla="val 1878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dash"/>
          </a:ln>
        </p:spPr>
      </p:sp>
      <p:sp>
        <p:nvSpPr>
          <p:cNvPr id="5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ED5C1869-FB57-4706-9128-582B9C07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193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 xmlns:a="http://schemas.openxmlformats.org/drawingml/2006/main">
              <a:ext uri="{FF2B5EF4-FFF2-40B4-BE49-F238E27FC236}">
                <a16:creationId xmlns:a16="http://schemas.microsoft.com/office/drawing/2014/main" id="{3E512499-E3F4-4D7A-B8BF-95BA69F8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7" name="context-to-model">
            <a:extLst xmlns:a="http://schemas.openxmlformats.org/drawingml/2006/main">
              <a:ext uri="{FF2B5EF4-FFF2-40B4-BE49-F238E27FC236}">
                <a16:creationId xmlns:a16="http://schemas.microsoft.com/office/drawing/2014/main" id="{BD86C3EC-91C7-4291-BCA6-A47CD245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8" name="model-to-tools">
            <a:extLst xmlns:a="http://schemas.openxmlformats.org/drawingml/2006/main">
              <a:ext uri="{FF2B5EF4-FFF2-40B4-BE49-F238E27FC236}">
                <a16:creationId xmlns:a16="http://schemas.microsoft.com/office/drawing/2014/main" id="{9AD87420-F50B-4FC3-B1A9-037B8E10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9" name="model-to-state">
            <a:extLst xmlns:a="http://schemas.openxmlformats.org/drawingml/2006/main">
              <a:ext uri="{FF2B5EF4-FFF2-40B4-BE49-F238E27FC236}">
                <a16:creationId xmlns:a16="http://schemas.microsoft.com/office/drawing/2014/main" id="{DA81B0A9-DD64-4F21-A25A-79F076A9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0" name="state-to-verify">
            <a:extLst xmlns:a="http://schemas.openxmlformats.org/drawingml/2006/main">
              <a:ext uri="{FF2B5EF4-FFF2-40B4-BE49-F238E27FC236}">
                <a16:creationId xmlns:a16="http://schemas.microsoft.com/office/drawing/2014/main" id="{F53FD580-65CC-415F-A34A-1AA1DFFC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006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1" name="node-Goal">
            <a:extLst xmlns:a="http://schemas.openxmlformats.org/drawingml/2006/main">
              <a:ext uri="{FF2B5EF4-FFF2-40B4-BE49-F238E27FC236}">
                <a16:creationId xmlns:a16="http://schemas.microsoft.com/office/drawing/2014/main" id="{2CD13619-F414-41D8-A3AE-94429725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764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 xmlns:a="http://schemas.openxmlformats.org/drawingml/2006/main">
              <a:ext uri="{FF2B5EF4-FFF2-40B4-BE49-F238E27FC236}">
                <a16:creationId xmlns:a16="http://schemas.microsoft.com/office/drawing/2014/main" id="{35BDF329-46A0-47C5-97EE-D931760B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 xmlns:a="http://schemas.openxmlformats.org/drawingml/2006/main">
              <a:ext uri="{FF2B5EF4-FFF2-40B4-BE49-F238E27FC236}">
                <a16:creationId xmlns:a16="http://schemas.microsoft.com/office/drawing/2014/main" id="{D601F90D-B53F-4456-8242-E7874FBF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19812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 xmlns:a="http://schemas.openxmlformats.org/drawingml/2006/main">
              <a:ext uri="{FF2B5EF4-FFF2-40B4-BE49-F238E27FC236}">
                <a16:creationId xmlns:a16="http://schemas.microsoft.com/office/drawing/2014/main" id="{3448CF3D-CCBD-4A00-B5CE-449DD5EC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 xmlns:a="http://schemas.openxmlformats.org/drawingml/2006/main">
              <a:ext uri="{FF2B5EF4-FFF2-40B4-BE49-F238E27FC236}">
                <a16:creationId xmlns:a16="http://schemas.microsoft.com/office/drawing/2014/main" id="{9B570EDD-8838-43A8-BE6F-69EEDB72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 xmlns:a="http://schemas.openxmlformats.org/drawingml/2006/main">
              <a:ext uri="{FF2B5EF4-FFF2-40B4-BE49-F238E27FC236}">
                <a16:creationId xmlns:a16="http://schemas.microsoft.com/office/drawing/2014/main" id="{154FBDBA-6752-4694-94B4-7A17C402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1625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Verification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11677949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2C167AB-5B46-41C6-BFD2-9F7B864E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95AA858-4065-4A95-8F35-E3136221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26D913E-080A-42B6-B482-45E027DE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8/20</a:t>
            </a:r>
          </a:p>
        </p:txBody>
      </p:sp>
      <p:sp>
        <p:nvSpPr>
          <p:cNvPr id="4" name="goal-plan-a">
            <a:extLst xmlns:a="http://schemas.openxmlformats.org/drawingml/2006/main">
              <a:ext uri="{FF2B5EF4-FFF2-40B4-BE49-F238E27FC236}">
                <a16:creationId xmlns:a16="http://schemas.microsoft.com/office/drawing/2014/main" id="{2E8D19A7-7838-487E-85E0-C3D1FADD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5" name="goal-plan-b">
            <a:extLst xmlns:a="http://schemas.openxmlformats.org/drawingml/2006/main">
              <a:ext uri="{FF2B5EF4-FFF2-40B4-BE49-F238E27FC236}">
                <a16:creationId xmlns:a16="http://schemas.microsoft.com/office/drawing/2014/main" id="{8F92E811-E4E1-4873-8E96-95605682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6" name="goal-plan-c">
            <a:extLst xmlns:a="http://schemas.openxmlformats.org/drawingml/2006/main">
              <a:ext uri="{FF2B5EF4-FFF2-40B4-BE49-F238E27FC236}">
                <a16:creationId xmlns:a16="http://schemas.microsoft.com/office/drawing/2014/main" id="{AD4EC71A-2085-43B2-A623-C1F35DE2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7" name="plan-act">
            <a:extLst xmlns:a="http://schemas.openxmlformats.org/drawingml/2006/main">
              <a:ext uri="{FF2B5EF4-FFF2-40B4-BE49-F238E27FC236}">
                <a16:creationId xmlns:a16="http://schemas.microsoft.com/office/drawing/2014/main" id="{A93CDF8D-ABA8-4C28-A197-E162CF1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8" name="act-observe-a">
            <a:extLst xmlns:a="http://schemas.openxmlformats.org/drawingml/2006/main">
              <a:ext uri="{FF2B5EF4-FFF2-40B4-BE49-F238E27FC236}">
                <a16:creationId xmlns:a16="http://schemas.microsoft.com/office/drawing/2014/main" id="{90A31365-02C2-4527-B89F-92F180F4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9" name="act-observe-b">
            <a:extLst xmlns:a="http://schemas.openxmlformats.org/drawingml/2006/main">
              <a:ext uri="{FF2B5EF4-FFF2-40B4-BE49-F238E27FC236}">
                <a16:creationId xmlns:a16="http://schemas.microsoft.com/office/drawing/2014/main" id="{A3E17ADB-9009-49C8-8FFB-1760B28A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0" name="act-observe-c">
            <a:extLst xmlns:a="http://schemas.openxmlformats.org/drawingml/2006/main">
              <a:ext uri="{FF2B5EF4-FFF2-40B4-BE49-F238E27FC236}">
                <a16:creationId xmlns:a16="http://schemas.microsoft.com/office/drawing/2014/main" id="{F3B199AE-DF31-4903-9FA8-53B6058A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1" name="observe-verify-a">
            <a:extLst xmlns:a="http://schemas.openxmlformats.org/drawingml/2006/main">
              <a:ext uri="{FF2B5EF4-FFF2-40B4-BE49-F238E27FC236}">
                <a16:creationId xmlns:a16="http://schemas.microsoft.com/office/drawing/2014/main" id="{0F880716-D19A-4002-ABED-E32529AD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2" name="observe-verify-b">
            <a:extLst xmlns:a="http://schemas.openxmlformats.org/drawingml/2006/main">
              <a:ext uri="{FF2B5EF4-FFF2-40B4-BE49-F238E27FC236}">
                <a16:creationId xmlns:a16="http://schemas.microsoft.com/office/drawing/2014/main" id="{A36D8C1A-4517-4DA7-99D7-CC731029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3" name="observe-verify-c">
            <a:extLst xmlns:a="http://schemas.openxmlformats.org/drawingml/2006/main">
              <a:ext uri="{FF2B5EF4-FFF2-40B4-BE49-F238E27FC236}">
                <a16:creationId xmlns:a16="http://schemas.microsoft.com/office/drawing/2014/main" id="{25A3A311-6BF3-461B-9A72-D6A2D6B3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4" name="verify-state">
            <a:extLst xmlns:a="http://schemas.openxmlformats.org/drawingml/2006/main">
              <a:ext uri="{FF2B5EF4-FFF2-40B4-BE49-F238E27FC236}">
                <a16:creationId xmlns:a16="http://schemas.microsoft.com/office/drawing/2014/main" id="{C05CA8C2-A01F-4C9E-B155-A29BBA7C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state-goal-a">
            <a:extLst xmlns:a="http://schemas.openxmlformats.org/drawingml/2006/main">
              <a:ext uri="{FF2B5EF4-FFF2-40B4-BE49-F238E27FC236}">
                <a16:creationId xmlns:a16="http://schemas.microsoft.com/office/drawing/2014/main" id="{63E9CB6E-656E-4D55-ABCD-6DE924FF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434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6" name="state-goal-b">
            <a:extLst xmlns:a="http://schemas.openxmlformats.org/drawingml/2006/main">
              <a:ext uri="{FF2B5EF4-FFF2-40B4-BE49-F238E27FC236}">
                <a16:creationId xmlns:a16="http://schemas.microsoft.com/office/drawing/2014/main" id="{A010474D-C501-40E2-95B4-2572DCD5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0" cy="1676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7" name="state-goal-c">
            <a:extLst xmlns:a="http://schemas.openxmlformats.org/drawingml/2006/main">
              <a:ext uri="{FF2B5EF4-FFF2-40B4-BE49-F238E27FC236}">
                <a16:creationId xmlns:a16="http://schemas.microsoft.com/office/drawing/2014/main" id="{B0F92CF5-ABF4-4AC4-8869-237DE8FD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8" name="goal">
            <a:extLst xmlns:a="http://schemas.openxmlformats.org/drawingml/2006/main">
              <a:ext uri="{FF2B5EF4-FFF2-40B4-BE49-F238E27FC236}">
                <a16:creationId xmlns:a16="http://schemas.microsoft.com/office/drawing/2014/main" id="{7DA1A1C0-9109-4944-90B8-0CB2BC52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 xmlns:a="http://schemas.openxmlformats.org/drawingml/2006/main">
              <a:ext uri="{FF2B5EF4-FFF2-40B4-BE49-F238E27FC236}">
                <a16:creationId xmlns:a16="http://schemas.microsoft.com/office/drawing/2014/main" id="{E1FBCC13-A371-42C5-8859-A673F580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 xmlns:a="http://schemas.openxmlformats.org/drawingml/2006/main">
              <a:ext uri="{FF2B5EF4-FFF2-40B4-BE49-F238E27FC236}">
                <a16:creationId xmlns:a16="http://schemas.microsoft.com/office/drawing/2014/main" id="{0C248113-4B8D-4398-9C7F-CA71724E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859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 xmlns:a="http://schemas.openxmlformats.org/drawingml/2006/main">
              <a:ext uri="{FF2B5EF4-FFF2-40B4-BE49-F238E27FC236}">
                <a16:creationId xmlns:a16="http://schemas.microsoft.com/office/drawing/2014/main" id="{BCADF2EE-35C5-4444-8806-ECC95F9F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12192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 xmlns:a="http://schemas.openxmlformats.org/drawingml/2006/main">
              <a:ext uri="{FF2B5EF4-FFF2-40B4-BE49-F238E27FC236}">
                <a16:creationId xmlns:a16="http://schemas.microsoft.com/office/drawing/2014/main" id="{6167D6C5-C5A8-4F0F-893E-EFB67EBE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 xmlns:a="http://schemas.openxmlformats.org/drawingml/2006/main">
              <a:ext uri="{FF2B5EF4-FFF2-40B4-BE49-F238E27FC236}">
                <a16:creationId xmlns:a16="http://schemas.microsoft.com/office/drawing/2014/main" id="{670E9E51-50CF-42C9-B2CF-810DBFFE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38650"/>
            <a:ext cx="11811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 xmlns:a="http://schemas.openxmlformats.org/drawingml/2006/main">
              <a:ext uri="{FF2B5EF4-FFF2-40B4-BE49-F238E27FC236}">
                <a16:creationId xmlns:a16="http://schemas.microsoft.com/office/drawing/2014/main" id="{A717AF3F-BCD6-4672-9959-C01B4153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38650"/>
            <a:ext cx="1600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 xmlns:a="http://schemas.openxmlformats.org/drawingml/2006/main">
              <a:ext uri="{FF2B5EF4-FFF2-40B4-BE49-F238E27FC236}">
                <a16:creationId xmlns:a16="http://schemas.microsoft.com/office/drawing/2014/main" id="{C43150BB-3C78-442A-BEDA-BA443BAA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434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dash"/>
          </a:ln>
        </p:spPr>
      </p:sp>
      <p:sp>
        <p:nvSpPr>
          <p:cNvPr id="26" name="loop-note">
            <a:extLst xmlns:a="http://schemas.openxmlformats.org/drawingml/2006/main">
              <a:ext uri="{FF2B5EF4-FFF2-40B4-BE49-F238E27FC236}">
                <a16:creationId xmlns:a16="http://schemas.microsoft.com/office/drawing/2014/main" id="{1FC5F7E6-34C4-4210-B26A-76682145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578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9390504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85527DB-F819-443F-98A8-EB49661B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9DBAE55-E7EE-4B34-A69A-05944637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1ADC2F9-D4DE-4698-8F38-4FC163F8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9/20</a:t>
            </a:r>
          </a:p>
        </p:txBody>
      </p:sp>
      <p:sp>
        <p:nvSpPr>
          <p:cNvPr id="4" name="table-bg">
            <a:extLst xmlns:a="http://schemas.openxmlformats.org/drawingml/2006/main">
              <a:ext uri="{FF2B5EF4-FFF2-40B4-BE49-F238E27FC236}">
                <a16:creationId xmlns:a16="http://schemas.microsoft.com/office/drawing/2014/main" id="{8CE0AD70-0BDE-4A34-965A-7525928D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03632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h-0">
            <a:extLst xmlns:a="http://schemas.openxmlformats.org/drawingml/2006/main">
              <a:ext uri="{FF2B5EF4-FFF2-40B4-BE49-F238E27FC236}">
                <a16:creationId xmlns:a16="http://schemas.microsoft.com/office/drawing/2014/main" id="{447D0BFC-D020-468D-A44E-8EC4470B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 xmlns:a="http://schemas.openxmlformats.org/drawingml/2006/main">
              <a:ext uri="{FF2B5EF4-FFF2-40B4-BE49-F238E27FC236}">
                <a16:creationId xmlns:a16="http://schemas.microsoft.com/office/drawing/2014/main" id="{78954732-4245-430E-B57B-58303A9D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 xmlns:a="http://schemas.openxmlformats.org/drawingml/2006/main">
              <a:ext uri="{FF2B5EF4-FFF2-40B4-BE49-F238E27FC236}">
                <a16:creationId xmlns:a16="http://schemas.microsoft.com/office/drawing/2014/main" id="{1F8EAB54-8BCD-45AC-BBE7-D1B79D3E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B5B177B0-E1F2-4E4E-9612-4E295DC8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 xmlns:a="http://schemas.openxmlformats.org/drawingml/2006/main">
              <a:ext uri="{FF2B5EF4-FFF2-40B4-BE49-F238E27FC236}">
                <a16:creationId xmlns:a16="http://schemas.microsoft.com/office/drawing/2014/main" id="{4A1616F5-A3CD-476C-8B3A-E65DCD3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 xmlns:a="http://schemas.openxmlformats.org/drawingml/2006/main">
              <a:ext uri="{FF2B5EF4-FFF2-40B4-BE49-F238E27FC236}">
                <a16:creationId xmlns:a16="http://schemas.microsoft.com/office/drawing/2014/main" id="{05E79E11-88CB-4C96-B531-1BA7069D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25E48FC3-5BC5-465F-BB22-F37D9C71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94233872-F412-4D93-90B9-4D8D0A09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 xmlns:a="http://schemas.openxmlformats.org/drawingml/2006/main">
              <a:ext uri="{FF2B5EF4-FFF2-40B4-BE49-F238E27FC236}">
                <a16:creationId xmlns:a16="http://schemas.microsoft.com/office/drawing/2014/main" id="{9196EFAE-EF4C-4177-9F4C-C5747B45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 xmlns:a="http://schemas.openxmlformats.org/drawingml/2006/main">
              <a:ext uri="{FF2B5EF4-FFF2-40B4-BE49-F238E27FC236}">
                <a16:creationId xmlns:a16="http://schemas.microsoft.com/office/drawing/2014/main" id="{CF3A469B-1E70-4EE8-91EE-89B8CF9E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 xmlns:a="http://schemas.openxmlformats.org/drawingml/2006/main">
              <a:ext uri="{FF2B5EF4-FFF2-40B4-BE49-F238E27FC236}">
                <a16:creationId xmlns:a16="http://schemas.microsoft.com/office/drawing/2014/main" id="{2AAC461D-03CF-4603-9885-1EF7E372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099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tep-2">
            <a:extLst xmlns:a="http://schemas.openxmlformats.org/drawingml/2006/main">
              <a:ext uri="{FF2B5EF4-FFF2-40B4-BE49-F238E27FC236}">
                <a16:creationId xmlns:a16="http://schemas.microsoft.com/office/drawing/2014/main" id="{5084A578-18F2-4897-B122-6ED4EDB2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 xmlns:a="http://schemas.openxmlformats.org/drawingml/2006/main">
              <a:ext uri="{FF2B5EF4-FFF2-40B4-BE49-F238E27FC236}">
                <a16:creationId xmlns:a16="http://schemas.microsoft.com/office/drawing/2014/main" id="{39F1F849-DE4B-4046-AB98-285DCF1F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00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 xmlns:a="http://schemas.openxmlformats.org/drawingml/2006/main">
              <a:ext uri="{FF2B5EF4-FFF2-40B4-BE49-F238E27FC236}">
                <a16:creationId xmlns:a16="http://schemas.microsoft.com/office/drawing/2014/main" id="{14B72D76-1566-4ABA-BAAB-35DA7EBB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 xmlns:a="http://schemas.openxmlformats.org/drawingml/2006/main">
              <a:ext uri="{FF2B5EF4-FFF2-40B4-BE49-F238E27FC236}">
                <a16:creationId xmlns:a16="http://schemas.microsoft.com/office/drawing/2014/main" id="{C7809C99-0D12-4CD5-AD94-E6D1F7B9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tep-3">
            <a:extLst xmlns:a="http://schemas.openxmlformats.org/drawingml/2006/main">
              <a:ext uri="{FF2B5EF4-FFF2-40B4-BE49-F238E27FC236}">
                <a16:creationId xmlns:a16="http://schemas.microsoft.com/office/drawing/2014/main" id="{86D7D7A4-00E7-4F96-8CCA-6CE32252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529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 xmlns:a="http://schemas.openxmlformats.org/drawingml/2006/main">
              <a:ext uri="{FF2B5EF4-FFF2-40B4-BE49-F238E27FC236}">
                <a16:creationId xmlns:a16="http://schemas.microsoft.com/office/drawing/2014/main" id="{B597E53E-995B-47D4-9694-15266058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 xmlns:a="http://schemas.openxmlformats.org/drawingml/2006/main">
              <a:ext uri="{FF2B5EF4-FFF2-40B4-BE49-F238E27FC236}">
                <a16:creationId xmlns:a16="http://schemas.microsoft.com/office/drawing/2014/main" id="{E6E128D1-D0C6-4948-8F95-930CEBF2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 xmlns:a="http://schemas.openxmlformats.org/drawingml/2006/main">
              <a:ext uri="{FF2B5EF4-FFF2-40B4-BE49-F238E27FC236}">
                <a16:creationId xmlns:a16="http://schemas.microsoft.com/office/drawing/2014/main" id="{7730F553-671B-4928-8BD6-832F461D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ED63CD5B-28AA-4FD8-85A3-C0148656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053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 xmlns:a="http://schemas.openxmlformats.org/drawingml/2006/main">
              <a:ext uri="{FF2B5EF4-FFF2-40B4-BE49-F238E27FC236}">
                <a16:creationId xmlns:a16="http://schemas.microsoft.com/office/drawing/2014/main" id="{51DF6567-774A-4E57-BA9B-5B586B80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05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 xmlns:a="http://schemas.openxmlformats.org/drawingml/2006/main">
              <a:ext uri="{FF2B5EF4-FFF2-40B4-BE49-F238E27FC236}">
                <a16:creationId xmlns:a16="http://schemas.microsoft.com/office/drawing/2014/main" id="{409A3CEB-0442-4124-A45D-AEA987AB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 xmlns:a="http://schemas.openxmlformats.org/drawingml/2006/main">
              <a:ext uri="{FF2B5EF4-FFF2-40B4-BE49-F238E27FC236}">
                <a16:creationId xmlns:a16="http://schemas.microsoft.com/office/drawing/2014/main" id="{71B9A8BD-A347-43CC-A8DD-9FD69D7F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673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8" name="bottom">
            <a:extLst xmlns:a="http://schemas.openxmlformats.org/drawingml/2006/main">
              <a:ext uri="{FF2B5EF4-FFF2-40B4-BE49-F238E27FC236}">
                <a16:creationId xmlns:a16="http://schemas.microsoft.com/office/drawing/2014/main" id="{8125B469-A82C-44BA-894F-2E0C043C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34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9958606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FD09173-3F93-4BB0-8C3E-10C9E5C0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FF64B04-BCB2-4067-AF00-889BE497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8167524-248A-4BF2-81AA-8A8EE00C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10/20</a:t>
            </a:r>
          </a:p>
        </p:txBody>
      </p:sp>
      <p:sp>
        <p:nvSpPr>
          <p:cNvPr id="4" name="good">
            <a:extLst xmlns:a="http://schemas.openxmlformats.org/drawingml/2006/main">
              <a:ext uri="{FF2B5EF4-FFF2-40B4-BE49-F238E27FC236}">
                <a16:creationId xmlns:a16="http://schemas.microsoft.com/office/drawing/2014/main" id="{F95EB47B-E87D-4F04-8114-84DE67AD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bad">
            <a:extLst xmlns:a="http://schemas.openxmlformats.org/drawingml/2006/main">
              <a:ext uri="{FF2B5EF4-FFF2-40B4-BE49-F238E27FC236}">
                <a16:creationId xmlns:a16="http://schemas.microsoft.com/office/drawing/2014/main" id="{5A12C317-C46F-421F-94DC-29D8E405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good-title">
            <a:extLst xmlns:a="http://schemas.openxmlformats.org/drawingml/2006/main">
              <a:ext uri="{FF2B5EF4-FFF2-40B4-BE49-F238E27FC236}">
                <a16:creationId xmlns:a16="http://schemas.microsoft.com/office/drawing/2014/main" id="{2E2AD5E1-A0BC-4412-9007-03D1E938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 xmlns:a="http://schemas.openxmlformats.org/drawingml/2006/main">
              <a:ext uri="{FF2B5EF4-FFF2-40B4-BE49-F238E27FC236}">
                <a16:creationId xmlns:a16="http://schemas.microsoft.com/office/drawing/2014/main" id="{B41252E1-B299-4D14-A540-B8B5D78A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 xmlns:a="http://schemas.openxmlformats.org/drawingml/2006/main">
              <a:ext uri="{FF2B5EF4-FFF2-40B4-BE49-F238E27FC236}">
                <a16:creationId xmlns:a16="http://schemas.microsoft.com/office/drawing/2014/main" id="{77C14359-64EA-44DC-BD3A-4E43A2AD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 xmlns:a="http://schemas.openxmlformats.org/drawingml/2006/main">
              <a:ext uri="{FF2B5EF4-FFF2-40B4-BE49-F238E27FC236}">
                <a16:creationId xmlns:a16="http://schemas.microsoft.com/office/drawing/2014/main" id="{FAFE76D3-FFA3-479A-ACAA-485C0910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 xmlns:a="http://schemas.openxmlformats.org/drawingml/2006/main">
              <a:ext uri="{FF2B5EF4-FFF2-40B4-BE49-F238E27FC236}">
                <a16:creationId xmlns:a16="http://schemas.microsoft.com/office/drawing/2014/main" id="{18E1E24C-F441-4F56-801A-75341030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197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14140276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1A4D2A8-B765-42F7-8067-6E5528CF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C4BB5EC-EBC4-4029-8628-B5836194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BEB1CAD-27F2-4BF5-AB36-03ADA5F8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11/20</a:t>
            </a:r>
          </a:p>
        </p:txBody>
      </p:sp>
      <p:sp>
        <p:nvSpPr>
          <p:cNvPr id="4" name="risk-0">
            <a:extLst xmlns:a="http://schemas.openxmlformats.org/drawingml/2006/main">
              <a:ext uri="{FF2B5EF4-FFF2-40B4-BE49-F238E27FC236}">
                <a16:creationId xmlns:a16="http://schemas.microsoft.com/office/drawing/2014/main" id="{097248D5-6E12-408D-A28B-7948973F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DBABCD75-93BA-44AC-B1D5-7C41F108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 xmlns:a="http://schemas.openxmlformats.org/drawingml/2006/main">
              <a:ext uri="{FF2B5EF4-FFF2-40B4-BE49-F238E27FC236}">
                <a16:creationId xmlns:a16="http://schemas.microsoft.com/office/drawing/2014/main" id="{D6EE036F-7C0B-4087-9C8A-86C61A72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 xmlns:a="http://schemas.openxmlformats.org/drawingml/2006/main">
              <a:ext uri="{FF2B5EF4-FFF2-40B4-BE49-F238E27FC236}">
                <a16:creationId xmlns:a16="http://schemas.microsoft.com/office/drawing/2014/main" id="{4A36EB92-3433-4876-B03C-02CC1EF1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97144970-FD52-4015-9BBA-FCC75046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 xmlns:a="http://schemas.openxmlformats.org/drawingml/2006/main">
              <a:ext uri="{FF2B5EF4-FFF2-40B4-BE49-F238E27FC236}">
                <a16:creationId xmlns:a16="http://schemas.microsoft.com/office/drawing/2014/main" id="{DCC05974-F690-4569-BE68-79249F16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 xmlns:a="http://schemas.openxmlformats.org/drawingml/2006/main">
              <a:ext uri="{FF2B5EF4-FFF2-40B4-BE49-F238E27FC236}">
                <a16:creationId xmlns:a16="http://schemas.microsoft.com/office/drawing/2014/main" id="{28088A0E-177F-47EF-9F11-644E853E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0016A91E-FCA6-408F-964C-BE678178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 xmlns:a="http://schemas.openxmlformats.org/drawingml/2006/main">
              <a:ext uri="{FF2B5EF4-FFF2-40B4-BE49-F238E27FC236}">
                <a16:creationId xmlns:a16="http://schemas.microsoft.com/office/drawing/2014/main" id="{ABD2CFEF-4C1C-4E20-9AE5-76025F70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 xmlns:a="http://schemas.openxmlformats.org/drawingml/2006/main">
              <a:ext uri="{FF2B5EF4-FFF2-40B4-BE49-F238E27FC236}">
                <a16:creationId xmlns:a16="http://schemas.microsoft.com/office/drawing/2014/main" id="{5903DEEE-2EA4-4FCB-8570-70212750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69EB5B27-079F-4E7E-9875-914388C3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 xmlns:a="http://schemas.openxmlformats.org/drawingml/2006/main">
              <a:ext uri="{FF2B5EF4-FFF2-40B4-BE49-F238E27FC236}">
                <a16:creationId xmlns:a16="http://schemas.microsoft.com/office/drawing/2014/main" id="{0BB52576-489D-4514-A4E1-10AAEF1E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 xmlns:a="http://schemas.openxmlformats.org/drawingml/2006/main">
              <a:ext uri="{FF2B5EF4-FFF2-40B4-BE49-F238E27FC236}">
                <a16:creationId xmlns:a16="http://schemas.microsoft.com/office/drawing/2014/main" id="{EF8CEAB8-D6A4-4DA8-9B7D-4D07195A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43500"/>
            <a:ext cx="3657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16020312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BC456E5-12B9-4ACD-8977-345EA8F0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3C717DA-2F4A-474E-9CDA-2B33704C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9BC58AF-0227-4900-8FE1-EB5FDC65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12/20</a:t>
            </a:r>
          </a:p>
        </p:txBody>
      </p:sp>
      <p:sp>
        <p:nvSpPr>
          <p:cNvPr id="4" name="stage-line">
            <a:extLst xmlns:a="http://schemas.openxmlformats.org/drawingml/2006/main">
              <a:ext uri="{FF2B5EF4-FFF2-40B4-BE49-F238E27FC236}">
                <a16:creationId xmlns:a16="http://schemas.microsoft.com/office/drawing/2014/main" id="{D7042F83-D65B-48D0-8434-C7BFCC9D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24200"/>
            <a:ext cx="851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age-0">
            <a:extLst xmlns:a="http://schemas.openxmlformats.org/drawingml/2006/main">
              <a:ext uri="{FF2B5EF4-FFF2-40B4-BE49-F238E27FC236}">
                <a16:creationId xmlns:a16="http://schemas.microsoft.com/office/drawing/2014/main" id="{82C652DC-9A73-445E-8A69-0B139F83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819ACE5F-ED1F-44BC-9374-749CFBB3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 xmlns:a="http://schemas.openxmlformats.org/drawingml/2006/main">
              <a:ext uri="{FF2B5EF4-FFF2-40B4-BE49-F238E27FC236}">
                <a16:creationId xmlns:a16="http://schemas.microsoft.com/office/drawing/2014/main" id="{3789790A-97FC-4B03-A5C5-23C73F99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9C86D73D-4E1D-447C-9205-F606B171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 xmlns:a="http://schemas.openxmlformats.org/drawingml/2006/main">
              <a:ext uri="{FF2B5EF4-FFF2-40B4-BE49-F238E27FC236}">
                <a16:creationId xmlns:a16="http://schemas.microsoft.com/office/drawing/2014/main" id="{7B57A912-E959-4287-A74C-340A6608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52CBEA84-3C9C-490E-B424-7D564401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9AFC72EF-E48D-4DE0-B62B-CDD7EA75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AD5D175C-0A66-4614-91F4-14AFFA29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 xmlns:a="http://schemas.openxmlformats.org/drawingml/2006/main">
              <a:ext uri="{FF2B5EF4-FFF2-40B4-BE49-F238E27FC236}">
                <a16:creationId xmlns:a16="http://schemas.microsoft.com/office/drawing/2014/main" id="{D3EC1FD8-FC9C-4B22-A7FE-CBB07B70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C5624939-DC0B-4E65-B8F8-A052B7F3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AE5B018F-FE96-42B6-B251-CB200931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16132174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873F65D-0D75-4276-B68B-E5D66828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A7B20CA-7731-4199-BED5-D8882055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D5B80B1-BE17-4E52-A0FD-C57461D0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13/20</a:t>
            </a:r>
          </a:p>
        </p:txBody>
      </p:sp>
      <p:sp>
        <p:nvSpPr>
          <p:cNvPr id="4" name="line-0">
            <a:extLst xmlns:a="http://schemas.openxmlformats.org/drawingml/2006/main">
              <a:ext uri="{FF2B5EF4-FFF2-40B4-BE49-F238E27FC236}">
                <a16:creationId xmlns:a16="http://schemas.microsoft.com/office/drawing/2014/main" id="{A625FB0A-829E-42FD-A201-DB641762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5" name="line-1">
            <a:extLst xmlns:a="http://schemas.openxmlformats.org/drawingml/2006/main">
              <a:ext uri="{FF2B5EF4-FFF2-40B4-BE49-F238E27FC236}">
                <a16:creationId xmlns:a16="http://schemas.microsoft.com/office/drawing/2014/main" id="{F5F7F8D5-A70A-4F1C-AB65-2F9D0302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line-2">
            <a:extLst xmlns:a="http://schemas.openxmlformats.org/drawingml/2006/main">
              <a:ext uri="{FF2B5EF4-FFF2-40B4-BE49-F238E27FC236}">
                <a16:creationId xmlns:a16="http://schemas.microsoft.com/office/drawing/2014/main" id="{A60062EF-D09C-4824-8223-842699C9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line-3">
            <a:extLst xmlns:a="http://schemas.openxmlformats.org/drawingml/2006/main">
              <a:ext uri="{FF2B5EF4-FFF2-40B4-BE49-F238E27FC236}">
                <a16:creationId xmlns:a16="http://schemas.microsoft.com/office/drawing/2014/main" id="{C18C21A3-D212-449D-877E-59D86420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line-4">
            <a:extLst xmlns:a="http://schemas.openxmlformats.org/drawingml/2006/main">
              <a:ext uri="{FF2B5EF4-FFF2-40B4-BE49-F238E27FC236}">
                <a16:creationId xmlns:a16="http://schemas.microsoft.com/office/drawing/2014/main" id="{CC36A04C-627C-4788-83BC-C6FFACED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9" name="num-0">
            <a:extLst xmlns:a="http://schemas.openxmlformats.org/drawingml/2006/main">
              <a:ext uri="{FF2B5EF4-FFF2-40B4-BE49-F238E27FC236}">
                <a16:creationId xmlns:a16="http://schemas.microsoft.com/office/drawing/2014/main" id="{6C0C35F8-BCAD-45DD-9AF9-80975367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 xmlns:a="http://schemas.openxmlformats.org/drawingml/2006/main">
              <a:ext uri="{FF2B5EF4-FFF2-40B4-BE49-F238E27FC236}">
                <a16:creationId xmlns:a16="http://schemas.microsoft.com/office/drawing/2014/main" id="{514D3379-D62E-4569-A955-7301161E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0E451595-AA6E-47C0-80EB-F3AE4CC6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57FA7106-4187-47EA-881E-9B89ADD7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87E81E2A-3BCF-4D3F-937D-7772D7CF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90C2DEF7-1291-4C4E-B44B-484B27AE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 xmlns:a="http://schemas.openxmlformats.org/drawingml/2006/main">
              <a:ext uri="{FF2B5EF4-FFF2-40B4-BE49-F238E27FC236}">
                <a16:creationId xmlns:a16="http://schemas.microsoft.com/office/drawing/2014/main" id="{C12820C7-9ADF-4653-BA61-592234E7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06D3A420-7B53-4044-AAE2-E2B0E1B9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Change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C45485B8-F24F-473D-AF0F-25B21D66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 xmlns:a="http://schemas.openxmlformats.org/drawingml/2006/main">
              <a:ext uri="{FF2B5EF4-FFF2-40B4-BE49-F238E27FC236}">
                <a16:creationId xmlns:a16="http://schemas.microsoft.com/office/drawing/2014/main" id="{0EA171E2-8B59-4FCC-BF3D-45473CFE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 xmlns:a="http://schemas.openxmlformats.org/drawingml/2006/main">
              <a:ext uri="{FF2B5EF4-FFF2-40B4-BE49-F238E27FC236}">
                <a16:creationId xmlns:a16="http://schemas.microsoft.com/office/drawing/2014/main" id="{683BA996-C4A3-484B-8B7F-84CF007A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 xmlns:a="http://schemas.openxmlformats.org/drawingml/2006/main">
              <a:ext uri="{FF2B5EF4-FFF2-40B4-BE49-F238E27FC236}">
                <a16:creationId xmlns:a16="http://schemas.microsoft.com/office/drawing/2014/main" id="{DE269D3D-5EE1-4699-907F-FA25C0D2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Inspect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CB7D4006-7E77-44BA-A059-610E0080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86300"/>
            <a:ext cx="78486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rule-text">
            <a:extLst xmlns:a="http://schemas.openxmlformats.org/drawingml/2006/main">
              <a:ext uri="{FF2B5EF4-FFF2-40B4-BE49-F238E27FC236}">
                <a16:creationId xmlns:a16="http://schemas.microsoft.com/office/drawing/2014/main" id="{3C6A499A-B955-4F2B-AC57-D8C9F7D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33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2310933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BCEADA6-5B25-4959-A766-B891B49F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58E14B5-E994-490D-8B5E-6B6BF771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59A4D74-6E27-4A2E-8687-DB457017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14/20</a:t>
            </a:r>
          </a:p>
        </p:txBody>
      </p:sp>
      <p:sp>
        <p:nvSpPr>
          <p:cNvPr id="4" name="matrix">
            <a:extLst xmlns:a="http://schemas.openxmlformats.org/drawingml/2006/main">
              <a:ext uri="{FF2B5EF4-FFF2-40B4-BE49-F238E27FC236}">
                <a16:creationId xmlns:a16="http://schemas.microsoft.com/office/drawing/2014/main" id="{4072E74B-5417-401B-AD31-013978FA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81200"/>
            <a:ext cx="7429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vline">
            <a:extLst xmlns:a="http://schemas.openxmlformats.org/drawingml/2006/main">
              <a:ext uri="{FF2B5EF4-FFF2-40B4-BE49-F238E27FC236}">
                <a16:creationId xmlns:a16="http://schemas.microsoft.com/office/drawing/2014/main" id="{2C27E62B-1A6D-4BC6-8EFD-D3CC526D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812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hline">
            <a:extLst xmlns:a="http://schemas.openxmlformats.org/drawingml/2006/main">
              <a:ext uri="{FF2B5EF4-FFF2-40B4-BE49-F238E27FC236}">
                <a16:creationId xmlns:a16="http://schemas.microsoft.com/office/drawing/2014/main" id="{0AA4EBFB-932C-4E3A-A06B-D0F809F1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957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7" name="axis-x">
            <a:extLst xmlns:a="http://schemas.openxmlformats.org/drawingml/2006/main">
              <a:ext uri="{FF2B5EF4-FFF2-40B4-BE49-F238E27FC236}">
                <a16:creationId xmlns:a16="http://schemas.microsoft.com/office/drawing/2014/main" id="{FB508457-1009-4724-967C-17D56FCA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524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 xmlns:a="http://schemas.openxmlformats.org/drawingml/2006/main">
              <a:ext uri="{FF2B5EF4-FFF2-40B4-BE49-F238E27FC236}">
                <a16:creationId xmlns:a16="http://schemas.microsoft.com/office/drawing/2014/main" id="{8DBDC652-CB59-44F4-9CC8-58B732E1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 xmlns:a="http://schemas.openxmlformats.org/drawingml/2006/main">
              <a:ext uri="{FF2B5EF4-FFF2-40B4-BE49-F238E27FC236}">
                <a16:creationId xmlns:a16="http://schemas.microsoft.com/office/drawing/2014/main" id="{91FE5033-DC80-45E1-9C92-A777A3FC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719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 xmlns:a="http://schemas.openxmlformats.org/drawingml/2006/main">
              <a:ext uri="{FF2B5EF4-FFF2-40B4-BE49-F238E27FC236}">
                <a16:creationId xmlns:a16="http://schemas.microsoft.com/office/drawing/2014/main" id="{4C8D0BE3-36E3-4DE9-800A-C22B6F76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719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 xmlns:a="http://schemas.openxmlformats.org/drawingml/2006/main">
              <a:ext uri="{FF2B5EF4-FFF2-40B4-BE49-F238E27FC236}">
                <a16:creationId xmlns:a16="http://schemas.microsoft.com/office/drawing/2014/main" id="{69E1B25D-7DF5-4DB6-9C8A-F4AA2DB7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 xmlns:a="http://schemas.openxmlformats.org/drawingml/2006/main">
              <a:ext uri="{FF2B5EF4-FFF2-40B4-BE49-F238E27FC236}">
                <a16:creationId xmlns:a16="http://schemas.microsoft.com/office/drawing/2014/main" id="{E85A52A5-496B-4BBF-9783-FDF97FD2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 xmlns:a="http://schemas.openxmlformats.org/drawingml/2006/main">
              <a:ext uri="{FF2B5EF4-FFF2-40B4-BE49-F238E27FC236}">
                <a16:creationId xmlns:a16="http://schemas.microsoft.com/office/drawing/2014/main" id="{228D6B37-03E6-4525-A54A-491FEA31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905500"/>
            <a:ext cx="744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18098741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F645678-2424-4024-AF2B-4D1B098B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083FD36-02CC-487A-8BB1-1FE377C2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8C49F8E-9A71-4254-BD3D-8A312B26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15/20</a:t>
            </a:r>
          </a:p>
        </p:txBody>
      </p:sp>
      <p:sp>
        <p:nvSpPr>
          <p:cNvPr id="4" name="tool-0">
            <a:extLst xmlns:a="http://schemas.openxmlformats.org/drawingml/2006/main">
              <a:ext uri="{FF2B5EF4-FFF2-40B4-BE49-F238E27FC236}">
                <a16:creationId xmlns:a16="http://schemas.microsoft.com/office/drawing/2014/main" id="{8CBFEB67-84AC-420D-A04A-E4FD4FA5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 xmlns:a="http://schemas.openxmlformats.org/drawingml/2006/main">
              <a:ext uri="{FF2B5EF4-FFF2-40B4-BE49-F238E27FC236}">
                <a16:creationId xmlns:a16="http://schemas.microsoft.com/office/drawing/2014/main" id="{2F99D07B-6060-4082-8C70-6F959411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574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 xmlns:a="http://schemas.openxmlformats.org/drawingml/2006/main">
              <a:ext uri="{FF2B5EF4-FFF2-40B4-BE49-F238E27FC236}">
                <a16:creationId xmlns:a16="http://schemas.microsoft.com/office/drawing/2014/main" id="{02387425-2FD9-46A1-9616-29DB4B76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7" name="tool-1">
            <a:extLst xmlns:a="http://schemas.openxmlformats.org/drawingml/2006/main">
              <a:ext uri="{FF2B5EF4-FFF2-40B4-BE49-F238E27FC236}">
                <a16:creationId xmlns:a16="http://schemas.microsoft.com/office/drawing/2014/main" id="{971045DF-5B83-4273-9F96-0A88A4BC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98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 xmlns:a="http://schemas.openxmlformats.org/drawingml/2006/main">
              <a:ext uri="{FF2B5EF4-FFF2-40B4-BE49-F238E27FC236}">
                <a16:creationId xmlns:a16="http://schemas.microsoft.com/office/drawing/2014/main" id="{14F17394-A2F7-4BF2-8497-00254404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 xmlns:a="http://schemas.openxmlformats.org/drawingml/2006/main">
              <a:ext uri="{FF2B5EF4-FFF2-40B4-BE49-F238E27FC236}">
                <a16:creationId xmlns:a16="http://schemas.microsoft.com/office/drawing/2014/main" id="{D243AD1D-7510-47DF-B578-F5164E71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tool-2">
            <a:extLst xmlns:a="http://schemas.openxmlformats.org/drawingml/2006/main">
              <a:ext uri="{FF2B5EF4-FFF2-40B4-BE49-F238E27FC236}">
                <a16:creationId xmlns:a16="http://schemas.microsoft.com/office/drawing/2014/main" id="{A66BC897-1025-4943-A77A-5DDDC5A6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 xmlns:a="http://schemas.openxmlformats.org/drawingml/2006/main">
              <a:ext uri="{FF2B5EF4-FFF2-40B4-BE49-F238E27FC236}">
                <a16:creationId xmlns:a16="http://schemas.microsoft.com/office/drawing/2014/main" id="{EB348030-5F15-419E-8CFB-5A7895D1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528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 xmlns:a="http://schemas.openxmlformats.org/drawingml/2006/main">
              <a:ext uri="{FF2B5EF4-FFF2-40B4-BE49-F238E27FC236}">
                <a16:creationId xmlns:a16="http://schemas.microsoft.com/office/drawing/2014/main" id="{49714164-64AA-4BF2-93B5-9891330E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861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3" name="tool-3">
            <a:extLst xmlns:a="http://schemas.openxmlformats.org/drawingml/2006/main">
              <a:ext uri="{FF2B5EF4-FFF2-40B4-BE49-F238E27FC236}">
                <a16:creationId xmlns:a16="http://schemas.microsoft.com/office/drawing/2014/main" id="{22A90528-6AAD-4D50-8BAA-C208ACB6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 xmlns:a="http://schemas.openxmlformats.org/drawingml/2006/main">
              <a:ext uri="{FF2B5EF4-FFF2-40B4-BE49-F238E27FC236}">
                <a16:creationId xmlns:a16="http://schemas.microsoft.com/office/drawing/2014/main" id="{01CCB798-265E-41C6-858C-83B398B5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005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 xmlns:a="http://schemas.openxmlformats.org/drawingml/2006/main">
              <a:ext uri="{FF2B5EF4-FFF2-40B4-BE49-F238E27FC236}">
                <a16:creationId xmlns:a16="http://schemas.microsoft.com/office/drawing/2014/main" id="{058DC07F-97F7-43B4-992B-272CF212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338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tool-4">
            <a:extLst xmlns:a="http://schemas.openxmlformats.org/drawingml/2006/main">
              <a:ext uri="{FF2B5EF4-FFF2-40B4-BE49-F238E27FC236}">
                <a16:creationId xmlns:a16="http://schemas.microsoft.com/office/drawing/2014/main" id="{9692B239-8202-4D81-976E-957B3F4A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 xmlns:a="http://schemas.openxmlformats.org/drawingml/2006/main">
              <a:ext uri="{FF2B5EF4-FFF2-40B4-BE49-F238E27FC236}">
                <a16:creationId xmlns:a16="http://schemas.microsoft.com/office/drawing/2014/main" id="{473F88D1-C91A-48B0-9D5F-3B0FE183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 xmlns:a="http://schemas.openxmlformats.org/drawingml/2006/main">
              <a:ext uri="{FF2B5EF4-FFF2-40B4-BE49-F238E27FC236}">
                <a16:creationId xmlns:a16="http://schemas.microsoft.com/office/drawing/2014/main" id="{B2934B44-9503-4874-8F59-86802C07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815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9" name="bottom">
            <a:extLst xmlns:a="http://schemas.openxmlformats.org/drawingml/2006/main">
              <a:ext uri="{FF2B5EF4-FFF2-40B4-BE49-F238E27FC236}">
                <a16:creationId xmlns:a16="http://schemas.microsoft.com/office/drawing/2014/main" id="{5B14CE68-0087-4EE5-95DC-A95F1D7D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2095246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22ADEAE-47F2-4EE2-9DFB-28AD91E8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268F20F-BF3B-4B4A-ACB8-FB4E4751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4BF2834-6073-4979-A78D-5CF5FB1F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16/20</a:t>
            </a:r>
          </a:p>
        </p:txBody>
      </p:sp>
      <p:sp>
        <p:nvSpPr>
          <p:cNvPr id="4" name="flow">
            <a:extLst xmlns:a="http://schemas.openxmlformats.org/drawingml/2006/main">
              <a:ext uri="{FF2B5EF4-FFF2-40B4-BE49-F238E27FC236}">
                <a16:creationId xmlns:a16="http://schemas.microsoft.com/office/drawing/2014/main" id="{34E912AF-B457-4F6E-A1B3-28BCD2EC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1945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DCC69FA5-C3DF-43F8-98F5-63A44A67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01EC1A83-8195-4F22-BB97-BF695A56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B23C51CC-FA48-4DEA-840C-44A2C09E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 xmlns:a="http://schemas.openxmlformats.org/drawingml/2006/main">
              <a:ext uri="{FF2B5EF4-FFF2-40B4-BE49-F238E27FC236}">
                <a16:creationId xmlns:a16="http://schemas.microsoft.com/office/drawing/2014/main" id="{384CB38C-C146-49D9-B63A-8A56DADB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26E84632-307E-46AA-A2EA-82EED3BF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 xmlns:a="http://schemas.openxmlformats.org/drawingml/2006/main">
              <a:ext uri="{FF2B5EF4-FFF2-40B4-BE49-F238E27FC236}">
                <a16:creationId xmlns:a16="http://schemas.microsoft.com/office/drawing/2014/main" id="{5D112CC5-0D7C-43EE-8815-F9E92532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 xmlns:a="http://schemas.openxmlformats.org/drawingml/2006/main">
              <a:ext uri="{FF2B5EF4-FFF2-40B4-BE49-F238E27FC236}">
                <a16:creationId xmlns:a16="http://schemas.microsoft.com/office/drawing/2014/main" id="{48DA65FB-4EFF-4990-B97F-F7E34D89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 xmlns:a="http://schemas.openxmlformats.org/drawingml/2006/main">
              <a:ext uri="{FF2B5EF4-FFF2-40B4-BE49-F238E27FC236}">
                <a16:creationId xmlns:a16="http://schemas.microsoft.com/office/drawing/2014/main" id="{3A73D708-68A1-4A48-BA0D-C372690C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 xmlns:a="http://schemas.openxmlformats.org/drawingml/2006/main">
              <a:ext uri="{FF2B5EF4-FFF2-40B4-BE49-F238E27FC236}">
                <a16:creationId xmlns:a16="http://schemas.microsoft.com/office/drawing/2014/main" id="{C7737CDA-1C7B-4C3C-A6B7-F4F10AF6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example-text">
            <a:extLst xmlns:a="http://schemas.openxmlformats.org/drawingml/2006/main">
              <a:ext uri="{FF2B5EF4-FFF2-40B4-BE49-F238E27FC236}">
                <a16:creationId xmlns:a16="http://schemas.microsoft.com/office/drawing/2014/main" id="{9C079020-2EAD-4DBE-AED7-AFE290D3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911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15111080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11F40B2-FD83-45F2-A142-2ED75C08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0B52FB3-C47C-4ADB-99BD-A78A9938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9595C82-C8C0-4766-88EA-8EA38108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17/20</a:t>
            </a:r>
          </a:p>
        </p:txBody>
      </p:sp>
      <p:sp>
        <p:nvSpPr>
          <p:cNvPr id="4" name="f-0">
            <a:extLst xmlns:a="http://schemas.openxmlformats.org/drawingml/2006/main">
              <a:ext uri="{FF2B5EF4-FFF2-40B4-BE49-F238E27FC236}">
                <a16:creationId xmlns:a16="http://schemas.microsoft.com/office/drawing/2014/main" id="{5AD11596-7EDE-4A43-8986-523EE173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f-title-0">
            <a:extLst xmlns:a="http://schemas.openxmlformats.org/drawingml/2006/main">
              <a:ext uri="{FF2B5EF4-FFF2-40B4-BE49-F238E27FC236}">
                <a16:creationId xmlns:a16="http://schemas.microsoft.com/office/drawing/2014/main" id="{EFE274DD-1388-42AB-96A5-198A0BBE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 xmlns:a="http://schemas.openxmlformats.org/drawingml/2006/main">
              <a:ext uri="{FF2B5EF4-FFF2-40B4-BE49-F238E27FC236}">
                <a16:creationId xmlns:a16="http://schemas.microsoft.com/office/drawing/2014/main" id="{B4E1B553-B778-4FBE-BEAE-FC99F601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 xmlns:a="http://schemas.openxmlformats.org/drawingml/2006/main">
              <a:ext uri="{FF2B5EF4-FFF2-40B4-BE49-F238E27FC236}">
                <a16:creationId xmlns:a16="http://schemas.microsoft.com/office/drawing/2014/main" id="{9B79DF80-A207-4650-BD40-4A3FB980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f-title-1">
            <a:extLst xmlns:a="http://schemas.openxmlformats.org/drawingml/2006/main">
              <a:ext uri="{FF2B5EF4-FFF2-40B4-BE49-F238E27FC236}">
                <a16:creationId xmlns:a16="http://schemas.microsoft.com/office/drawing/2014/main" id="{00CFEF2A-1BC6-4D75-8948-752BEAFF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 xmlns:a="http://schemas.openxmlformats.org/drawingml/2006/main">
              <a:ext uri="{FF2B5EF4-FFF2-40B4-BE49-F238E27FC236}">
                <a16:creationId xmlns:a16="http://schemas.microsoft.com/office/drawing/2014/main" id="{6775B91F-3F42-4E92-BE18-3BBCDEA8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 xmlns:a="http://schemas.openxmlformats.org/drawingml/2006/main">
              <a:ext uri="{FF2B5EF4-FFF2-40B4-BE49-F238E27FC236}">
                <a16:creationId xmlns:a16="http://schemas.microsoft.com/office/drawing/2014/main" id="{70770B7C-01D7-4A27-B4B2-D33A834D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f-title-2">
            <a:extLst xmlns:a="http://schemas.openxmlformats.org/drawingml/2006/main">
              <a:ext uri="{FF2B5EF4-FFF2-40B4-BE49-F238E27FC236}">
                <a16:creationId xmlns:a16="http://schemas.microsoft.com/office/drawing/2014/main" id="{57C83A6D-4182-4DA7-9955-13A466CB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 xmlns:a="http://schemas.openxmlformats.org/drawingml/2006/main">
              <a:ext uri="{FF2B5EF4-FFF2-40B4-BE49-F238E27FC236}">
                <a16:creationId xmlns:a16="http://schemas.microsoft.com/office/drawing/2014/main" id="{11FD6499-F717-441E-88D8-49480868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 xmlns:a="http://schemas.openxmlformats.org/drawingml/2006/main">
              <a:ext uri="{FF2B5EF4-FFF2-40B4-BE49-F238E27FC236}">
                <a16:creationId xmlns:a16="http://schemas.microsoft.com/office/drawing/2014/main" id="{0F764F84-AAE4-497F-9D1D-0EC4A753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f-title-3">
            <a:extLst xmlns:a="http://schemas.openxmlformats.org/drawingml/2006/main">
              <a:ext uri="{FF2B5EF4-FFF2-40B4-BE49-F238E27FC236}">
                <a16:creationId xmlns:a16="http://schemas.microsoft.com/office/drawing/2014/main" id="{A7B9DAD9-3F88-4BBB-96D3-41320412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 xmlns:a="http://schemas.openxmlformats.org/drawingml/2006/main">
              <a:ext uri="{FF2B5EF4-FFF2-40B4-BE49-F238E27FC236}">
                <a16:creationId xmlns:a16="http://schemas.microsoft.com/office/drawing/2014/main" id="{8F2E1B02-AA10-471A-8319-E3B8089E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 xmlns:a="http://schemas.openxmlformats.org/drawingml/2006/main">
              <a:ext uri="{FF2B5EF4-FFF2-40B4-BE49-F238E27FC236}">
                <a16:creationId xmlns:a16="http://schemas.microsoft.com/office/drawing/2014/main" id="{1EC5DEF9-7322-482D-8EA1-8A5C2858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f-title-4">
            <a:extLst xmlns:a="http://schemas.openxmlformats.org/drawingml/2006/main">
              <a:ext uri="{FF2B5EF4-FFF2-40B4-BE49-F238E27FC236}">
                <a16:creationId xmlns:a16="http://schemas.microsoft.com/office/drawing/2014/main" id="{D2C39157-59E7-4A49-928E-A3059CEB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 xmlns:a="http://schemas.openxmlformats.org/drawingml/2006/main">
              <a:ext uri="{FF2B5EF4-FFF2-40B4-BE49-F238E27FC236}">
                <a16:creationId xmlns:a16="http://schemas.microsoft.com/office/drawing/2014/main" id="{72546F8D-68C7-4E0A-B03A-8BD6B4A1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 xmlns:a="http://schemas.openxmlformats.org/drawingml/2006/main">
              <a:ext uri="{FF2B5EF4-FFF2-40B4-BE49-F238E27FC236}">
                <a16:creationId xmlns:a16="http://schemas.microsoft.com/office/drawing/2014/main" id="{A4E592DB-1EAE-4498-91BF-62E873D4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0" name="f-title-5">
            <a:extLst xmlns:a="http://schemas.openxmlformats.org/drawingml/2006/main">
              <a:ext uri="{FF2B5EF4-FFF2-40B4-BE49-F238E27FC236}">
                <a16:creationId xmlns:a16="http://schemas.microsoft.com/office/drawing/2014/main" id="{01080342-FA9F-49FF-9423-F398C6D2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 xmlns:a="http://schemas.openxmlformats.org/drawingml/2006/main">
              <a:ext uri="{FF2B5EF4-FFF2-40B4-BE49-F238E27FC236}">
                <a16:creationId xmlns:a16="http://schemas.microsoft.com/office/drawing/2014/main" id="{AF59B019-0EB0-46E0-8FC5-1610A36F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A196DBBE-1403-4FE9-B45C-27816202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626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104244805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7923A9B-805C-454A-A4E2-CFA7CEBF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4E5D1EB-BE37-4050-9952-CA931A2D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988B158-2500-4846-AD00-A81D2CF1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18/20</a:t>
            </a:r>
          </a:p>
        </p:txBody>
      </p:sp>
      <p:sp>
        <p:nvSpPr>
          <p:cNvPr id="4" name="case-0">
            <a:extLst xmlns:a="http://schemas.openxmlformats.org/drawingml/2006/main">
              <a:ext uri="{FF2B5EF4-FFF2-40B4-BE49-F238E27FC236}">
                <a16:creationId xmlns:a16="http://schemas.microsoft.com/office/drawing/2014/main" id="{D683A511-956C-4C9F-BA73-536E9548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185DCEA9-4AEA-48A3-B5A8-C6155884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 xmlns:a="http://schemas.openxmlformats.org/drawingml/2006/main">
              <a:ext uri="{FF2B5EF4-FFF2-40B4-BE49-F238E27FC236}">
                <a16:creationId xmlns:a16="http://schemas.microsoft.com/office/drawing/2014/main" id="{8B08970D-54BF-4D19-90F3-BBCC1C2E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 xmlns:a="http://schemas.openxmlformats.org/drawingml/2006/main">
              <a:ext uri="{FF2B5EF4-FFF2-40B4-BE49-F238E27FC236}">
                <a16:creationId xmlns:a16="http://schemas.microsoft.com/office/drawing/2014/main" id="{B154F3ED-CA26-4BD5-9E6C-EF840BDB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62832CC6-69FB-460A-94AF-ECCFFB58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 xmlns:a="http://schemas.openxmlformats.org/drawingml/2006/main">
              <a:ext uri="{FF2B5EF4-FFF2-40B4-BE49-F238E27FC236}">
                <a16:creationId xmlns:a16="http://schemas.microsoft.com/office/drawing/2014/main" id="{3537E46E-A347-40EF-87AB-34342336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 xmlns:a="http://schemas.openxmlformats.org/drawingml/2006/main">
              <a:ext uri="{FF2B5EF4-FFF2-40B4-BE49-F238E27FC236}">
                <a16:creationId xmlns:a16="http://schemas.microsoft.com/office/drawing/2014/main" id="{B9B00392-1AD8-4EF9-A24F-5FE7E9A4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case-label-2">
            <a:extLst xmlns:a="http://schemas.openxmlformats.org/drawingml/2006/main">
              <a:ext uri="{FF2B5EF4-FFF2-40B4-BE49-F238E27FC236}">
                <a16:creationId xmlns:a16="http://schemas.microsoft.com/office/drawing/2014/main" id="{E6124741-B211-4072-B030-7AB178A8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 xmlns:a="http://schemas.openxmlformats.org/drawingml/2006/main">
              <a:ext uri="{FF2B5EF4-FFF2-40B4-BE49-F238E27FC236}">
                <a16:creationId xmlns:a16="http://schemas.microsoft.com/office/drawing/2014/main" id="{7A126AE2-BD61-477F-9DBF-366A31E0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 xmlns:a="http://schemas.openxmlformats.org/drawingml/2006/main">
              <a:ext uri="{FF2B5EF4-FFF2-40B4-BE49-F238E27FC236}">
                <a16:creationId xmlns:a16="http://schemas.microsoft.com/office/drawing/2014/main" id="{B4B76E03-5E4A-4CDC-A549-322AA19E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054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94822085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DCF0180-2975-4250-8C98-C105A6C6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E7C42A8-96AD-4B36-93CE-55E80D67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E20C69E-1174-470C-83E1-978AC2CF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19/20</a:t>
            </a:r>
          </a:p>
        </p:txBody>
      </p:sp>
      <p:sp>
        <p:nvSpPr>
          <p:cNvPr id="4" name="worksheet-0">
            <a:extLst xmlns:a="http://schemas.openxmlformats.org/drawingml/2006/main">
              <a:ext uri="{FF2B5EF4-FFF2-40B4-BE49-F238E27FC236}">
                <a16:creationId xmlns:a16="http://schemas.microsoft.com/office/drawing/2014/main" id="{4E95646A-79AE-4E63-AABE-C79E7E88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worksheet-head-0">
            <a:extLst xmlns:a="http://schemas.openxmlformats.org/drawingml/2006/main">
              <a:ext uri="{FF2B5EF4-FFF2-40B4-BE49-F238E27FC236}">
                <a16:creationId xmlns:a16="http://schemas.microsoft.com/office/drawing/2014/main" id="{A3A655E4-68BE-4BD6-A395-19C375BF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 xmlns:a="http://schemas.openxmlformats.org/drawingml/2006/main">
              <a:ext uri="{FF2B5EF4-FFF2-40B4-BE49-F238E27FC236}">
                <a16:creationId xmlns:a16="http://schemas.microsoft.com/office/drawing/2014/main" id="{B0584DDB-28D8-409E-A4EF-B46E5FF9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 xmlns:a="http://schemas.openxmlformats.org/drawingml/2006/main">
              <a:ext uri="{FF2B5EF4-FFF2-40B4-BE49-F238E27FC236}">
                <a16:creationId xmlns:a16="http://schemas.microsoft.com/office/drawing/2014/main" id="{FEEB2BBD-EC76-4000-9D2B-EDE29154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worksheet-head-1">
            <a:extLst xmlns:a="http://schemas.openxmlformats.org/drawingml/2006/main">
              <a:ext uri="{FF2B5EF4-FFF2-40B4-BE49-F238E27FC236}">
                <a16:creationId xmlns:a16="http://schemas.microsoft.com/office/drawing/2014/main" id="{7215E3E1-320A-47D0-A8F7-7D64866C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 xmlns:a="http://schemas.openxmlformats.org/drawingml/2006/main">
              <a:ext uri="{FF2B5EF4-FFF2-40B4-BE49-F238E27FC236}">
                <a16:creationId xmlns:a16="http://schemas.microsoft.com/office/drawing/2014/main" id="{F9D78A48-F4F8-4249-A8FA-49ACD428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 xmlns:a="http://schemas.openxmlformats.org/drawingml/2006/main">
              <a:ext uri="{FF2B5EF4-FFF2-40B4-BE49-F238E27FC236}">
                <a16:creationId xmlns:a16="http://schemas.microsoft.com/office/drawing/2014/main" id="{598DD9BD-7D2D-4BB1-9562-754C5E72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worksheet-head-2">
            <a:extLst xmlns:a="http://schemas.openxmlformats.org/drawingml/2006/main">
              <a:ext uri="{FF2B5EF4-FFF2-40B4-BE49-F238E27FC236}">
                <a16:creationId xmlns:a16="http://schemas.microsoft.com/office/drawing/2014/main" id="{77087FB9-7ED2-486D-980E-A70E02A4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 xmlns:a="http://schemas.openxmlformats.org/drawingml/2006/main">
              <a:ext uri="{FF2B5EF4-FFF2-40B4-BE49-F238E27FC236}">
                <a16:creationId xmlns:a16="http://schemas.microsoft.com/office/drawing/2014/main" id="{A5EDFB53-8575-4FB1-A724-88F73D70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 xmlns:a="http://schemas.openxmlformats.org/drawingml/2006/main">
              <a:ext uri="{FF2B5EF4-FFF2-40B4-BE49-F238E27FC236}">
                <a16:creationId xmlns:a16="http://schemas.microsoft.com/office/drawing/2014/main" id="{C369C0C2-3E22-494E-98DA-1172E382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worksheet-head-3">
            <a:extLst xmlns:a="http://schemas.openxmlformats.org/drawingml/2006/main">
              <a:ext uri="{FF2B5EF4-FFF2-40B4-BE49-F238E27FC236}">
                <a16:creationId xmlns:a16="http://schemas.microsoft.com/office/drawing/2014/main" id="{8212868A-2E8B-4E5D-B412-EE68E512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 xmlns:a="http://schemas.openxmlformats.org/drawingml/2006/main">
              <a:ext uri="{FF2B5EF4-FFF2-40B4-BE49-F238E27FC236}">
                <a16:creationId xmlns:a16="http://schemas.microsoft.com/office/drawing/2014/main" id="{4BA42ED5-0ACC-4751-88E6-5E354E11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 xmlns:a="http://schemas.openxmlformats.org/drawingml/2006/main">
              <a:ext uri="{FF2B5EF4-FFF2-40B4-BE49-F238E27FC236}">
                <a16:creationId xmlns:a16="http://schemas.microsoft.com/office/drawing/2014/main" id="{01287AE4-7B15-44CF-AA4B-983C4E51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worksheet-head-4">
            <a:extLst xmlns:a="http://schemas.openxmlformats.org/drawingml/2006/main">
              <a:ext uri="{FF2B5EF4-FFF2-40B4-BE49-F238E27FC236}">
                <a16:creationId xmlns:a16="http://schemas.microsoft.com/office/drawing/2014/main" id="{6F656761-FBA0-4478-894B-1F499670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 xmlns:a="http://schemas.openxmlformats.org/drawingml/2006/main">
              <a:ext uri="{FF2B5EF4-FFF2-40B4-BE49-F238E27FC236}">
                <a16:creationId xmlns:a16="http://schemas.microsoft.com/office/drawing/2014/main" id="{583B5093-2A53-4519-8A82-03D0B78B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 xmlns:a="http://schemas.openxmlformats.org/drawingml/2006/main">
              <a:ext uri="{FF2B5EF4-FFF2-40B4-BE49-F238E27FC236}">
                <a16:creationId xmlns:a16="http://schemas.microsoft.com/office/drawing/2014/main" id="{DB56A8CC-1D63-42FE-95E9-70E9A6BD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95850"/>
            <a:ext cx="82677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deliverable-text">
            <a:extLst xmlns:a="http://schemas.openxmlformats.org/drawingml/2006/main">
              <a:ext uri="{FF2B5EF4-FFF2-40B4-BE49-F238E27FC236}">
                <a16:creationId xmlns:a16="http://schemas.microsoft.com/office/drawing/2014/main" id="{4D113B16-C037-4A7F-98F8-FA7D7FD4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673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189363889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ransition-title">
            <a:extLst xmlns:a="http://schemas.openxmlformats.org/drawingml/2006/main">
              <a:ext uri="{FF2B5EF4-FFF2-40B4-BE49-F238E27FC236}">
                <a16:creationId xmlns:a16="http://schemas.microsoft.com/office/drawing/2014/main" id="{47CE911E-0F34-4403-A5FA-196FA6DA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 xmlns:a="http://schemas.openxmlformats.org/drawingml/2006/main">
              <a:ext uri="{FF2B5EF4-FFF2-40B4-BE49-F238E27FC236}">
                <a16:creationId xmlns:a16="http://schemas.microsoft.com/office/drawing/2014/main" id="{57C915D0-C500-4DEE-9E47-5D2F747A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">
            <a:extLst xmlns:a="http://schemas.openxmlformats.org/drawingml/2006/main">
              <a:ext uri="{FF2B5EF4-FFF2-40B4-BE49-F238E27FC236}">
                <a16:creationId xmlns:a16="http://schemas.microsoft.com/office/drawing/2014/main" id="{DCCD56BE-7AAF-44CB-9671-B932DE8E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16002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4" name="context">
            <a:extLst xmlns:a="http://schemas.openxmlformats.org/drawingml/2006/main">
              <a:ext uri="{FF2B5EF4-FFF2-40B4-BE49-F238E27FC236}">
                <a16:creationId xmlns:a16="http://schemas.microsoft.com/office/drawing/2014/main" id="{9003D614-62C1-449E-B26B-91BFB08F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38550"/>
            <a:ext cx="13906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5" name="tools">
            <a:extLst xmlns:a="http://schemas.openxmlformats.org/drawingml/2006/main">
              <a:ext uri="{FF2B5EF4-FFF2-40B4-BE49-F238E27FC236}">
                <a16:creationId xmlns:a16="http://schemas.microsoft.com/office/drawing/2014/main" id="{E7A7112B-BDF0-484D-8013-6568E806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181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6" name="verify">
            <a:extLst xmlns:a="http://schemas.openxmlformats.org/drawingml/2006/main">
              <a:ext uri="{FF2B5EF4-FFF2-40B4-BE49-F238E27FC236}">
                <a16:creationId xmlns:a16="http://schemas.microsoft.com/office/drawing/2014/main" id="{E8263EEE-51EE-42CD-BBD9-68037EAE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7" name="l1">
            <a:extLst xmlns:a="http://schemas.openxmlformats.org/drawingml/2006/main">
              <a:ext uri="{FF2B5EF4-FFF2-40B4-BE49-F238E27FC236}">
                <a16:creationId xmlns:a16="http://schemas.microsoft.com/office/drawing/2014/main" id="{B6401517-F268-4F4A-B970-E91E0DA0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47950"/>
            <a:ext cx="4000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8" name="l2">
            <a:extLst xmlns:a="http://schemas.openxmlformats.org/drawingml/2006/main">
              <a:ext uri="{FF2B5EF4-FFF2-40B4-BE49-F238E27FC236}">
                <a16:creationId xmlns:a16="http://schemas.microsoft.com/office/drawing/2014/main" id="{F9BBED5E-5D59-4272-B0A9-B64CBD21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3238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9" name="l3">
            <a:extLst xmlns:a="http://schemas.openxmlformats.org/drawingml/2006/main">
              <a:ext uri="{FF2B5EF4-FFF2-40B4-BE49-F238E27FC236}">
                <a16:creationId xmlns:a16="http://schemas.microsoft.com/office/drawing/2014/main" id="{D88ED907-0E93-4134-96E9-F3F98263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5715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10" name="wrap">
            <a:extLst xmlns:a="http://schemas.openxmlformats.org/drawingml/2006/main">
              <a:ext uri="{FF2B5EF4-FFF2-40B4-BE49-F238E27FC236}">
                <a16:creationId xmlns:a16="http://schemas.microsoft.com/office/drawing/2014/main" id="{C03D7171-699E-4300-B5C7-6A54BC85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958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 xmlns:a="http://schemas.openxmlformats.org/drawingml/2006/main">
              <a:ext uri="{FF2B5EF4-FFF2-40B4-BE49-F238E27FC236}">
                <a16:creationId xmlns:a16="http://schemas.microsoft.com/office/drawing/2014/main" id="{2278AB89-A568-4289-ADA0-698D4D93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20/20</a:t>
            </a:r>
          </a:p>
        </p:txBody>
      </p:sp>
    </p:spTree>
    <p:extLst>
      <p:ext uri="{BB962C8B-B14F-4D97-AF65-F5344CB8AC3E}">
        <p14:creationId xmlns:p14="http://schemas.microsoft.com/office/powerpoint/2010/main" val="20477886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2026-07-05T08:04:50.2950000Z</dcterms:created>
  <dcterms:modified xsi:type="dcterms:W3CDTF">2026-07-05T08:04:50.2950000Z</dcterms:modified>
</coreProperties>
</file>