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4f864e8501433f" /><Relationship Type="http://schemas.openxmlformats.org/officeDocument/2006/relationships/extended-properties" Target="/docProps/app.xml" Id="Rb88dfdcdae4c48ac" /><Relationship Type="http://schemas.openxmlformats.org/officeDocument/2006/relationships/officeDocument" Target="/ppt/presentation.xml" Id="R8070217e11bf489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cb0dc2f0f434a0f"/>
  </p:sldMasterIdLst>
  <p:notesMasterIdLst>
    <p:notesMasterId xmlns:r="http://schemas.openxmlformats.org/officeDocument/2006/relationships" r:id="R9b7b77f55a2a457c"/>
  </p:notesMasterIdLst>
  <p:sldIdLst>
    <p:sldId xmlns:r="http://schemas.openxmlformats.org/officeDocument/2006/relationships" id="256" r:id="R0a9929d1fdf44bdb"/>
    <p:sldId xmlns:r="http://schemas.openxmlformats.org/officeDocument/2006/relationships" id="257" r:id="Rbb7d9259778243d1"/>
    <p:sldId xmlns:r="http://schemas.openxmlformats.org/officeDocument/2006/relationships" id="258" r:id="R82d7fa1ffb70438f"/>
    <p:sldId xmlns:r="http://schemas.openxmlformats.org/officeDocument/2006/relationships" id="259" r:id="R8bcd99b970bd4c54"/>
    <p:sldId xmlns:r="http://schemas.openxmlformats.org/officeDocument/2006/relationships" id="260" r:id="R860ac4441a0242e5"/>
    <p:sldId xmlns:r="http://schemas.openxmlformats.org/officeDocument/2006/relationships" id="261" r:id="R4574e23c89854672"/>
    <p:sldId xmlns:r="http://schemas.openxmlformats.org/officeDocument/2006/relationships" id="262" r:id="R265ea6a4d5454322"/>
    <p:sldId xmlns:r="http://schemas.openxmlformats.org/officeDocument/2006/relationships" id="263" r:id="R7a609a1ad40747c9"/>
    <p:sldId xmlns:r="http://schemas.openxmlformats.org/officeDocument/2006/relationships" id="264" r:id="Rcc121c465fb649c6"/>
    <p:sldId xmlns:r="http://schemas.openxmlformats.org/officeDocument/2006/relationships" id="265" r:id="R63d6f8cd0cae4724"/>
    <p:sldId xmlns:r="http://schemas.openxmlformats.org/officeDocument/2006/relationships" id="266" r:id="Rb6bd5b737b5142b8"/>
    <p:sldId xmlns:r="http://schemas.openxmlformats.org/officeDocument/2006/relationships" id="267" r:id="R27bcb82d2ffa4ee0"/>
    <p:sldId xmlns:r="http://schemas.openxmlformats.org/officeDocument/2006/relationships" id="268" r:id="R749b0cfdeb9f4782"/>
    <p:sldId xmlns:r="http://schemas.openxmlformats.org/officeDocument/2006/relationships" id="269" r:id="R7dd8374432b54fdc"/>
    <p:sldId xmlns:r="http://schemas.openxmlformats.org/officeDocument/2006/relationships" id="270" r:id="Raa661d08a4a84438"/>
    <p:sldId xmlns:r="http://schemas.openxmlformats.org/officeDocument/2006/relationships" id="271" r:id="R9d84471abd3c493c"/>
    <p:sldId xmlns:r="http://schemas.openxmlformats.org/officeDocument/2006/relationships" id="272" r:id="Rf0754fd3d74c48b0"/>
    <p:sldId xmlns:r="http://schemas.openxmlformats.org/officeDocument/2006/relationships" id="273" r:id="R1ce4a5a5e87e4d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0c473e89404d0f" /><Relationship Type="http://schemas.openxmlformats.org/officeDocument/2006/relationships/slideMaster" Target="/ppt/slideMasters/slideMaster1.xml" Id="R5cb0dc2f0f434a0f" /><Relationship Type="http://schemas.openxmlformats.org/officeDocument/2006/relationships/notesMaster" Target="/ppt/notesMasters/notesMaster1.xml" Id="R9b7b77f55a2a457c" /><Relationship Type="http://schemas.openxmlformats.org/officeDocument/2006/relationships/presProps" Target="/ppt/presProps.xml" Id="R2e92a2dc3e6c4afd" /><Relationship Type="http://schemas.openxmlformats.org/officeDocument/2006/relationships/tableStyles" Target="/ppt/tableStyles.xml" Id="R3f5825143123473e" /><Relationship Type="http://schemas.openxmlformats.org/officeDocument/2006/relationships/slide" Target="/ppt/slides/slide1.xml" Id="R0a9929d1fdf44bdb" /><Relationship Type="http://schemas.openxmlformats.org/officeDocument/2006/relationships/slide" Target="/ppt/slides/slide2.xml" Id="Rbb7d9259778243d1" /><Relationship Type="http://schemas.openxmlformats.org/officeDocument/2006/relationships/slide" Target="/ppt/slides/slide3.xml" Id="R82d7fa1ffb70438f" /><Relationship Type="http://schemas.openxmlformats.org/officeDocument/2006/relationships/slide" Target="/ppt/slides/slide4.xml" Id="R8bcd99b970bd4c54" /><Relationship Type="http://schemas.openxmlformats.org/officeDocument/2006/relationships/slide" Target="/ppt/slides/slide5.xml" Id="R860ac4441a0242e5" /><Relationship Type="http://schemas.openxmlformats.org/officeDocument/2006/relationships/slide" Target="/ppt/slides/slide6.xml" Id="R4574e23c89854672" /><Relationship Type="http://schemas.openxmlformats.org/officeDocument/2006/relationships/slide" Target="/ppt/slides/slide7.xml" Id="R265ea6a4d5454322" /><Relationship Type="http://schemas.openxmlformats.org/officeDocument/2006/relationships/slide" Target="/ppt/slides/slide8.xml" Id="R7a609a1ad40747c9" /><Relationship Type="http://schemas.openxmlformats.org/officeDocument/2006/relationships/slide" Target="/ppt/slides/slide9.xml" Id="Rcc121c465fb649c6" /><Relationship Type="http://schemas.openxmlformats.org/officeDocument/2006/relationships/slide" Target="/ppt/slides/slide10.xml" Id="R63d6f8cd0cae4724" /><Relationship Type="http://schemas.openxmlformats.org/officeDocument/2006/relationships/slide" Target="/ppt/slides/slide11.xml" Id="Rb6bd5b737b5142b8" /><Relationship Type="http://schemas.openxmlformats.org/officeDocument/2006/relationships/slide" Target="/ppt/slides/slide12.xml" Id="R27bcb82d2ffa4ee0" /><Relationship Type="http://schemas.openxmlformats.org/officeDocument/2006/relationships/slide" Target="/ppt/slides/slide13.xml" Id="R749b0cfdeb9f4782" /><Relationship Type="http://schemas.openxmlformats.org/officeDocument/2006/relationships/slide" Target="/ppt/slides/slide14.xml" Id="R7dd8374432b54fdc" /><Relationship Type="http://schemas.openxmlformats.org/officeDocument/2006/relationships/slide" Target="/ppt/slides/slide15.xml" Id="Raa661d08a4a84438" /><Relationship Type="http://schemas.openxmlformats.org/officeDocument/2006/relationships/slide" Target="/ppt/slides/slide16.xml" Id="R9d84471abd3c493c" /><Relationship Type="http://schemas.openxmlformats.org/officeDocument/2006/relationships/slide" Target="/ppt/slides/slide17.xml" Id="Rf0754fd3d74c48b0" /><Relationship Type="http://schemas.openxmlformats.org/officeDocument/2006/relationships/slide" Target="/ppt/slides/slide18.xml" Id="R1ce4a5a5e87e4d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cf254b239146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e29fa9d70441c4" /><Relationship Type="http://schemas.openxmlformats.org/officeDocument/2006/relationships/notesMaster" Target="/ppt/notesMasters/notesMaster1.xml" Id="Rc055ebdec6c04d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3192e523b647a4" /><Relationship Type="http://schemas.openxmlformats.org/officeDocument/2006/relationships/notesMaster" Target="/ppt/notesMasters/notesMaster1.xml" Id="R27e416d537af44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38e2aea4704c99" /><Relationship Type="http://schemas.openxmlformats.org/officeDocument/2006/relationships/notesMaster" Target="/ppt/notesMasters/notesMaster1.xml" Id="Rb8b04ac0e64f46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782ffcd4704aa5" /><Relationship Type="http://schemas.openxmlformats.org/officeDocument/2006/relationships/notesMaster" Target="/ppt/notesMasters/notesMaster1.xml" Id="R1d089d59b52747d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0416adadbb4dbc" /><Relationship Type="http://schemas.openxmlformats.org/officeDocument/2006/relationships/notesMaster" Target="/ppt/notesMasters/notesMaster1.xml" Id="Rc9fd630658604a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9afb0d8878400f" /><Relationship Type="http://schemas.openxmlformats.org/officeDocument/2006/relationships/notesMaster" Target="/ppt/notesMasters/notesMaster1.xml" Id="R33f64416eb4147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75518431c24f41" /><Relationship Type="http://schemas.openxmlformats.org/officeDocument/2006/relationships/notesMaster" Target="/ppt/notesMasters/notesMaster1.xml" Id="Rbd217b85ede547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800b9026eff4775" /><Relationship Type="http://schemas.openxmlformats.org/officeDocument/2006/relationships/notesMaster" Target="/ppt/notesMasters/notesMaster1.xml" Id="Rec35bedf55804f1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815b853a2904395" /><Relationship Type="http://schemas.openxmlformats.org/officeDocument/2006/relationships/notesMaster" Target="/ppt/notesMasters/notesMaster1.xml" Id="R33ef47269e0142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eaace29fb648f5" /><Relationship Type="http://schemas.openxmlformats.org/officeDocument/2006/relationships/notesMaster" Target="/ppt/notesMasters/notesMaster1.xml" Id="R36d03ddbdb5242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d32baf3cf041ab" /><Relationship Type="http://schemas.openxmlformats.org/officeDocument/2006/relationships/notesMaster" Target="/ppt/notesMasters/notesMaster1.xml" Id="Rb0e3794d9e2a4c2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6c425f6eac4847" /><Relationship Type="http://schemas.openxmlformats.org/officeDocument/2006/relationships/notesMaster" Target="/ppt/notesMasters/notesMaster1.xml" Id="R439372e1acc84d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128b1da08043d5" /><Relationship Type="http://schemas.openxmlformats.org/officeDocument/2006/relationships/notesMaster" Target="/ppt/notesMasters/notesMaster1.xml" Id="R5c84f78368ec4e3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532786a6384d26" /><Relationship Type="http://schemas.openxmlformats.org/officeDocument/2006/relationships/notesMaster" Target="/ppt/notesMasters/notesMaster1.xml" Id="Rb6602939cda545d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d8311c7d9924757" /><Relationship Type="http://schemas.openxmlformats.org/officeDocument/2006/relationships/notesMaster" Target="/ppt/notesMasters/notesMaster1.xml" Id="R5863fd1acf25402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9c3a2d918e8430d" /><Relationship Type="http://schemas.openxmlformats.org/officeDocument/2006/relationships/notesMaster" Target="/ppt/notesMasters/notesMaster1.xml" Id="R2dfbf33152fb49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6504588de8342fe" /><Relationship Type="http://schemas.openxmlformats.org/officeDocument/2006/relationships/notesMaster" Target="/ppt/notesMasters/notesMaster1.xml" Id="Rf70f54a0c60d48b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66f7831d7c24ab2" /><Relationship Type="http://schemas.openxmlformats.org/officeDocument/2006/relationships/notesMaster" Target="/ppt/notesMasters/notesMaster1.xml" Id="Re24e664ba55f45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bcfb670d5341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5ae15f8b234292" /><Relationship Type="http://schemas.openxmlformats.org/officeDocument/2006/relationships/slideLayout" Target="/ppt/slideLayouts/slideLayout1.xml" Id="R3c2b3157bf3c4b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2b3157bf3c4b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b60f0571e846f7" /><Relationship Type="http://schemas.openxmlformats.org/officeDocument/2006/relationships/notesSlide" Target="/ppt/notesSlides/notesSlide1.xml" Id="R2acaeabf01604c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d2fd13364a4595" /><Relationship Type="http://schemas.openxmlformats.org/officeDocument/2006/relationships/notesSlide" Target="/ppt/notesSlides/notesSlide2.xml" Id="Rf84a8203fe9545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56823bb94b4fff" /><Relationship Type="http://schemas.openxmlformats.org/officeDocument/2006/relationships/notesSlide" Target="/ppt/notesSlides/notesSlide3.xml" Id="R6ff0b6a00dfa41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9fd09b8374cd4" /><Relationship Type="http://schemas.openxmlformats.org/officeDocument/2006/relationships/notesSlide" Target="/ppt/notesSlides/notesSlide4.xml" Id="Rf19f970db00748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79be936702467d" /><Relationship Type="http://schemas.openxmlformats.org/officeDocument/2006/relationships/notesSlide" Target="/ppt/notesSlides/notesSlide5.xml" Id="Rc15c01939c074b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d5f686abb42ff" /><Relationship Type="http://schemas.openxmlformats.org/officeDocument/2006/relationships/notesSlide" Target="/ppt/notesSlides/notesSlide6.xml" Id="R0dff3946c3e94c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98d379b514c60" /><Relationship Type="http://schemas.openxmlformats.org/officeDocument/2006/relationships/notesSlide" Target="/ppt/notesSlides/notesSlide7.xml" Id="Rd866bc11b8714a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9f6a019c154ef1" /><Relationship Type="http://schemas.openxmlformats.org/officeDocument/2006/relationships/notesSlide" Target="/ppt/notesSlides/notesSlide8.xml" Id="R439aeb64197042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7ee94cadf49ec" /><Relationship Type="http://schemas.openxmlformats.org/officeDocument/2006/relationships/notesSlide" Target="/ppt/notesSlides/notesSlide9.xml" Id="Rcfae13d035bc481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36cdd8858b4909" /><Relationship Type="http://schemas.openxmlformats.org/officeDocument/2006/relationships/notesSlide" Target="/ppt/notesSlides/notesSlide10.xml" Id="R8a39c470bcb64d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f534c19d64e24" /><Relationship Type="http://schemas.openxmlformats.org/officeDocument/2006/relationships/notesSlide" Target="/ppt/notesSlides/notesSlide11.xml" Id="R283c08180f724f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e73e6dc6441d6" /><Relationship Type="http://schemas.openxmlformats.org/officeDocument/2006/relationships/notesSlide" Target="/ppt/notesSlides/notesSlide12.xml" Id="R20dc81f683c343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7b4f2b27c4009" /><Relationship Type="http://schemas.openxmlformats.org/officeDocument/2006/relationships/notesSlide" Target="/ppt/notesSlides/notesSlide13.xml" Id="Rc4efe09ed945402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fff4468f342c8" /><Relationship Type="http://schemas.openxmlformats.org/officeDocument/2006/relationships/notesSlide" Target="/ppt/notesSlides/notesSlide14.xml" Id="Rdb953aa334374a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f5a6396364d5f" /><Relationship Type="http://schemas.openxmlformats.org/officeDocument/2006/relationships/notesSlide" Target="/ppt/notesSlides/notesSlide15.xml" Id="Rb0acb9b7b830483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0a4fb9fc5e4628" /><Relationship Type="http://schemas.openxmlformats.org/officeDocument/2006/relationships/notesSlide" Target="/ppt/notesSlides/notesSlide16.xml" Id="R5e4e79f523eb47d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0c3ab71fa4107" /><Relationship Type="http://schemas.openxmlformats.org/officeDocument/2006/relationships/notesSlide" Target="/ppt/notesSlides/notesSlide17.xml" Id="Rbaff438c16be4a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65a6c822804a33" /><Relationship Type="http://schemas.openxmlformats.org/officeDocument/2006/relationships/notesSlide" Target="/ppt/notesSlides/notesSlide18.xml" Id="R29e44f98b8e849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EA57533-FB7A-4A86-B54C-DB79F420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7706CAA-F901-4D75-9F31-B2FE94BC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6477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CFA1B84-193F-48D5-979D-8EBFB7C44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14600"/>
            <a:ext cx="647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 xmlns:a="http://schemas.openxmlformats.org/drawingml/2006/main">
              <a:ext uri="{FF2B5EF4-FFF2-40B4-BE49-F238E27FC236}">
                <a16:creationId xmlns:a16="http://schemas.microsoft.com/office/drawing/2014/main" id="{AC86FADE-65CA-4466-A3C2-AC4E429E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 xmlns:a="http://schemas.openxmlformats.org/drawingml/2006/main">
              <a:ext uri="{FF2B5EF4-FFF2-40B4-BE49-F238E27FC236}">
                <a16:creationId xmlns:a16="http://schemas.microsoft.com/office/drawing/2014/main" id="{5DF7E109-EDD0-4A69-9BC8-161B9697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flow-line-2">
            <a:extLst xmlns:a="http://schemas.openxmlformats.org/drawingml/2006/main">
              <a:ext uri="{FF2B5EF4-FFF2-40B4-BE49-F238E27FC236}">
                <a16:creationId xmlns:a16="http://schemas.microsoft.com/office/drawing/2014/main" id="{1AAC861C-304E-4199-8716-A932B7FB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2381250"/>
            <a:ext cx="0" cy="1771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flow-line-3">
            <a:extLst xmlns:a="http://schemas.openxmlformats.org/drawingml/2006/main">
              <a:ext uri="{FF2B5EF4-FFF2-40B4-BE49-F238E27FC236}">
                <a16:creationId xmlns:a16="http://schemas.microsoft.com/office/drawing/2014/main" id="{263C17F8-05F1-4A73-8AEF-26332C9B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529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ask">
            <a:extLst xmlns:a="http://schemas.openxmlformats.org/drawingml/2006/main">
              <a:ext uri="{FF2B5EF4-FFF2-40B4-BE49-F238E27FC236}">
                <a16:creationId xmlns:a16="http://schemas.microsoft.com/office/drawing/2014/main" id="{B3152BFC-3099-41F0-BEA6-CE949396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 xmlns:a="http://schemas.openxmlformats.org/drawingml/2006/main">
              <a:ext uri="{FF2B5EF4-FFF2-40B4-BE49-F238E27FC236}">
                <a16:creationId xmlns:a16="http://schemas.microsoft.com/office/drawing/2014/main" id="{6672094A-C5F6-4E72-AE7D-3702443C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8953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 xmlns:a="http://schemas.openxmlformats.org/drawingml/2006/main">
              <a:ext uri="{FF2B5EF4-FFF2-40B4-BE49-F238E27FC236}">
                <a16:creationId xmlns:a16="http://schemas.microsoft.com/office/drawing/2014/main" id="{A0BB94A8-28D9-4981-8ECB-33C4714B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14550"/>
            <a:ext cx="9906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 xmlns:a="http://schemas.openxmlformats.org/drawingml/2006/main">
              <a:ext uri="{FF2B5EF4-FFF2-40B4-BE49-F238E27FC236}">
                <a16:creationId xmlns:a16="http://schemas.microsoft.com/office/drawing/2014/main" id="{6305B0B8-17EC-4DD9-87D3-FF0F4AEB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 xmlns:a="http://schemas.openxmlformats.org/drawingml/2006/main">
              <a:ext uri="{FF2B5EF4-FFF2-40B4-BE49-F238E27FC236}">
                <a16:creationId xmlns:a16="http://schemas.microsoft.com/office/drawing/2014/main" id="{1F91F20C-7235-4C42-96A1-9C7B314C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86200"/>
            <a:ext cx="1295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 xmlns:a="http://schemas.openxmlformats.org/drawingml/2006/main">
              <a:ext uri="{FF2B5EF4-FFF2-40B4-BE49-F238E27FC236}">
                <a16:creationId xmlns:a16="http://schemas.microsoft.com/office/drawing/2014/main" id="{C27201C6-F36F-4B9D-9479-6A68A221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086350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1606688E-CC26-4C33-B03E-9397E4E2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1/18</a:t>
            </a:r>
          </a:p>
        </p:txBody>
      </p:sp>
    </p:spTree>
    <p:extLst>
      <p:ext uri="{BB962C8B-B14F-4D97-AF65-F5344CB8AC3E}">
        <p14:creationId xmlns:p14="http://schemas.microsoft.com/office/powerpoint/2010/main" val="13592686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7E84B7D-BFAB-4AA0-A198-71336BA4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8EA333F-CB65-462C-9431-791B36C6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AD719E9-2CAB-4BBC-A0BE-B80BCD62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2/18</a:t>
            </a:r>
          </a:p>
        </p:txBody>
      </p:sp>
      <p:sp>
        <p:nvSpPr>
          <p:cNvPr id="4" name="scenario">
            <a:extLst xmlns:a="http://schemas.openxmlformats.org/drawingml/2006/main">
              <a:ext uri="{FF2B5EF4-FFF2-40B4-BE49-F238E27FC236}">
                <a16:creationId xmlns:a16="http://schemas.microsoft.com/office/drawing/2014/main" id="{603FDB8D-7611-4974-B27B-7386933C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9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 xmlns:a="http://schemas.openxmlformats.org/drawingml/2006/main">
              <a:ext uri="{FF2B5EF4-FFF2-40B4-BE49-F238E27FC236}">
                <a16:creationId xmlns:a16="http://schemas.microsoft.com/office/drawing/2014/main" id="{C7A2DB50-96C4-4598-BF36-E411B08B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860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 xmlns:a="http://schemas.openxmlformats.org/drawingml/2006/main">
              <a:ext uri="{FF2B5EF4-FFF2-40B4-BE49-F238E27FC236}">
                <a16:creationId xmlns:a16="http://schemas.microsoft.com/office/drawing/2014/main" id="{3168C928-6E6C-4C61-9AFC-C0131044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908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 xmlns:a="http://schemas.openxmlformats.org/drawingml/2006/main">
              <a:ext uri="{FF2B5EF4-FFF2-40B4-BE49-F238E27FC236}">
                <a16:creationId xmlns:a16="http://schemas.microsoft.com/office/drawing/2014/main" id="{6BB784B4-6238-4390-AA41-F5C63237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146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8" name="row-head-1">
            <a:extLst xmlns:a="http://schemas.openxmlformats.org/drawingml/2006/main">
              <a:ext uri="{FF2B5EF4-FFF2-40B4-BE49-F238E27FC236}">
                <a16:creationId xmlns:a16="http://schemas.microsoft.com/office/drawing/2014/main" id="{827C1157-0E83-4E09-B746-5845B6D5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71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 xmlns:a="http://schemas.openxmlformats.org/drawingml/2006/main">
              <a:ext uri="{FF2B5EF4-FFF2-40B4-BE49-F238E27FC236}">
                <a16:creationId xmlns:a16="http://schemas.microsoft.com/office/drawing/2014/main" id="{0A1ADB29-0404-45DF-BFE1-C7726A6C6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766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 xmlns:a="http://schemas.openxmlformats.org/drawingml/2006/main">
              <a:ext uri="{FF2B5EF4-FFF2-40B4-BE49-F238E27FC236}">
                <a16:creationId xmlns:a16="http://schemas.microsoft.com/office/drawing/2014/main" id="{4BCD1D5A-82D7-482E-81F9-BA2EBBD5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004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1" name="row-head-2">
            <a:extLst xmlns:a="http://schemas.openxmlformats.org/drawingml/2006/main">
              <a:ext uri="{FF2B5EF4-FFF2-40B4-BE49-F238E27FC236}">
                <a16:creationId xmlns:a16="http://schemas.microsoft.com/office/drawing/2014/main" id="{E784E8EB-1E1C-41EC-B9D5-B86CC754B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 xmlns:a="http://schemas.openxmlformats.org/drawingml/2006/main">
              <a:ext uri="{FF2B5EF4-FFF2-40B4-BE49-F238E27FC236}">
                <a16:creationId xmlns:a16="http://schemas.microsoft.com/office/drawing/2014/main" id="{81FAD6C0-A317-4116-A17E-A20A5713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162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 xmlns:a="http://schemas.openxmlformats.org/drawingml/2006/main">
              <a:ext uri="{FF2B5EF4-FFF2-40B4-BE49-F238E27FC236}">
                <a16:creationId xmlns:a16="http://schemas.microsoft.com/office/drawing/2014/main" id="{0025ACC3-EEDB-4A48-8D89-3DFEAD848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row-head-3">
            <a:extLst xmlns:a="http://schemas.openxmlformats.org/drawingml/2006/main">
              <a:ext uri="{FF2B5EF4-FFF2-40B4-BE49-F238E27FC236}">
                <a16:creationId xmlns:a16="http://schemas.microsoft.com/office/drawing/2014/main" id="{CD0E9200-CE3D-478A-B771-863B13B2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43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 xmlns:a="http://schemas.openxmlformats.org/drawingml/2006/main">
              <a:ext uri="{FF2B5EF4-FFF2-40B4-BE49-F238E27FC236}">
                <a16:creationId xmlns:a16="http://schemas.microsoft.com/office/drawing/2014/main" id="{07740F7E-475C-47D4-9FD8-B60DD5C29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 xmlns:a="http://schemas.openxmlformats.org/drawingml/2006/main">
              <a:ext uri="{FF2B5EF4-FFF2-40B4-BE49-F238E27FC236}">
                <a16:creationId xmlns:a16="http://schemas.microsoft.com/office/drawing/2014/main" id="{6E7ECFFE-2662-4BB8-884B-F5A19F84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72050"/>
            <a:ext cx="19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7" name="note">
            <a:extLst xmlns:a="http://schemas.openxmlformats.org/drawingml/2006/main">
              <a:ext uri="{FF2B5EF4-FFF2-40B4-BE49-F238E27FC236}">
                <a16:creationId xmlns:a16="http://schemas.microsoft.com/office/drawing/2014/main" id="{BCC3E68A-C6BA-477D-BD66-D44A9FE7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340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17902398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7E29421-AA1A-4539-A0B6-A68EC429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2D4C3CC-B13C-41BD-847D-E04E2912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61BEF54-4C33-4247-A7F4-DCB7F358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3/18</a:t>
            </a:r>
          </a:p>
        </p:txBody>
      </p:sp>
      <p:sp>
        <p:nvSpPr>
          <p:cNvPr id="4" name="ladder-line">
            <a:extLst xmlns:a="http://schemas.openxmlformats.org/drawingml/2006/main">
              <a:ext uri="{FF2B5EF4-FFF2-40B4-BE49-F238E27FC236}">
                <a16:creationId xmlns:a16="http://schemas.microsoft.com/office/drawing/2014/main" id="{751DADAA-C326-4B50-AE14-F8E4E894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14700"/>
            <a:ext cx="944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5" name="level-0">
            <a:extLst xmlns:a="http://schemas.openxmlformats.org/drawingml/2006/main">
              <a:ext uri="{FF2B5EF4-FFF2-40B4-BE49-F238E27FC236}">
                <a16:creationId xmlns:a16="http://schemas.microsoft.com/office/drawing/2014/main" id="{2C3E53B4-00F1-4081-908D-9B3C44DA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 xmlns:a="http://schemas.openxmlformats.org/drawingml/2006/main">
              <a:ext uri="{FF2B5EF4-FFF2-40B4-BE49-F238E27FC236}">
                <a16:creationId xmlns:a16="http://schemas.microsoft.com/office/drawing/2014/main" id="{498282BD-6F2E-4432-824A-5F482FC2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 xmlns:a="http://schemas.openxmlformats.org/drawingml/2006/main">
              <a:ext uri="{FF2B5EF4-FFF2-40B4-BE49-F238E27FC236}">
                <a16:creationId xmlns:a16="http://schemas.microsoft.com/office/drawing/2014/main" id="{2D90EDF0-70CF-452B-8E42-5779CF84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 xmlns:a="http://schemas.openxmlformats.org/drawingml/2006/main">
              <a:ext uri="{FF2B5EF4-FFF2-40B4-BE49-F238E27FC236}">
                <a16:creationId xmlns:a16="http://schemas.microsoft.com/office/drawing/2014/main" id="{2EAD7BBE-4E2B-43E5-A043-77F00C7C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 xmlns:a="http://schemas.openxmlformats.org/drawingml/2006/main">
              <a:ext uri="{FF2B5EF4-FFF2-40B4-BE49-F238E27FC236}">
                <a16:creationId xmlns:a16="http://schemas.microsoft.com/office/drawing/2014/main" id="{97A0A9BF-EF65-4F11-A0B5-D0899D95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 xmlns:a="http://schemas.openxmlformats.org/drawingml/2006/main">
              <a:ext uri="{FF2B5EF4-FFF2-40B4-BE49-F238E27FC236}">
                <a16:creationId xmlns:a16="http://schemas.microsoft.com/office/drawing/2014/main" id="{523A6578-0670-43ED-9342-77E58ED9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 xmlns:a="http://schemas.openxmlformats.org/drawingml/2006/main">
              <a:ext uri="{FF2B5EF4-FFF2-40B4-BE49-F238E27FC236}">
                <a16:creationId xmlns:a16="http://schemas.microsoft.com/office/drawing/2014/main" id="{714D416A-FC46-4F2E-B63E-512483E9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 xmlns:a="http://schemas.openxmlformats.org/drawingml/2006/main">
              <a:ext uri="{FF2B5EF4-FFF2-40B4-BE49-F238E27FC236}">
                <a16:creationId xmlns:a16="http://schemas.microsoft.com/office/drawing/2014/main" id="{0EFCF862-9C38-400B-A5E1-DF3DA894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 xmlns:a="http://schemas.openxmlformats.org/drawingml/2006/main">
              <a:ext uri="{FF2B5EF4-FFF2-40B4-BE49-F238E27FC236}">
                <a16:creationId xmlns:a16="http://schemas.microsoft.com/office/drawing/2014/main" id="{67733FD6-E7E8-49E3-9FEA-9DFA84BD3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5270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 xmlns:a="http://schemas.openxmlformats.org/drawingml/2006/main">
              <a:ext uri="{FF2B5EF4-FFF2-40B4-BE49-F238E27FC236}">
                <a16:creationId xmlns:a16="http://schemas.microsoft.com/office/drawing/2014/main" id="{730507D1-3AC6-4142-BB71-2FC9DBD0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676650"/>
            <a:ext cx="1638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 xmlns:a="http://schemas.openxmlformats.org/drawingml/2006/main">
              <a:ext uri="{FF2B5EF4-FFF2-40B4-BE49-F238E27FC236}">
                <a16:creationId xmlns:a16="http://schemas.microsoft.com/office/drawing/2014/main" id="{8955BF35-B775-43C7-93C4-726AC73D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578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5818637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34F9FF96-C566-4661-817A-B6266663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BD3269B-87B5-479B-87C8-9E156611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D3746B5-19C4-4A81-AA33-5C611270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4/18</a:t>
            </a:r>
          </a:p>
        </p:txBody>
      </p:sp>
      <p:sp>
        <p:nvSpPr>
          <p:cNvPr id="4" name="left">
            <a:extLst xmlns:a="http://schemas.openxmlformats.org/drawingml/2006/main">
              <a:ext uri="{FF2B5EF4-FFF2-40B4-BE49-F238E27FC236}">
                <a16:creationId xmlns:a16="http://schemas.microsoft.com/office/drawing/2014/main" id="{2F9BFA90-C18C-46F4-A044-D4BFB1C8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right">
            <a:extLst xmlns:a="http://schemas.openxmlformats.org/drawingml/2006/main">
              <a:ext uri="{FF2B5EF4-FFF2-40B4-BE49-F238E27FC236}">
                <a16:creationId xmlns:a16="http://schemas.microsoft.com/office/drawing/2014/main" id="{65BF12FB-D6AD-40C2-9B27-F4E60E5CD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43100"/>
            <a:ext cx="45720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left-title">
            <a:extLst xmlns:a="http://schemas.openxmlformats.org/drawingml/2006/main">
              <a:ext uri="{FF2B5EF4-FFF2-40B4-BE49-F238E27FC236}">
                <a16:creationId xmlns:a16="http://schemas.microsoft.com/office/drawing/2014/main" id="{51C459A0-31E1-4AF0-9096-741BF2AFD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 xmlns:a="http://schemas.openxmlformats.org/drawingml/2006/main">
              <a:ext uri="{FF2B5EF4-FFF2-40B4-BE49-F238E27FC236}">
                <a16:creationId xmlns:a16="http://schemas.microsoft.com/office/drawing/2014/main" id="{8684EF8D-B8A5-4335-9298-0CC2B207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098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 xmlns:a="http://schemas.openxmlformats.org/drawingml/2006/main">
              <a:ext uri="{FF2B5EF4-FFF2-40B4-BE49-F238E27FC236}">
                <a16:creationId xmlns:a16="http://schemas.microsoft.com/office/drawing/2014/main" id="{11E5275B-D795-43AA-B623-1E8AD724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81350"/>
            <a:ext cx="12573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 xmlns:a="http://schemas.openxmlformats.org/drawingml/2006/main">
              <a:ext uri="{FF2B5EF4-FFF2-40B4-BE49-F238E27FC236}">
                <a16:creationId xmlns:a16="http://schemas.microsoft.com/office/drawing/2014/main" id="{F9E6CCD2-2F4D-490D-A270-A227C3F8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181350"/>
            <a:ext cx="13525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 xmlns:a="http://schemas.openxmlformats.org/drawingml/2006/main">
              <a:ext uri="{FF2B5EF4-FFF2-40B4-BE49-F238E27FC236}">
                <a16:creationId xmlns:a16="http://schemas.microsoft.com/office/drawing/2014/main" id="{4E7A785B-2042-4702-A191-DCF2296D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438525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5C6670"/>
            </a:solidFill>
            <a:prstDash val="solid"/>
          </a:ln>
        </p:spPr>
      </p:sp>
      <p:sp>
        <p:nvSpPr>
          <p:cNvPr id="11" name="left-copy">
            <a:extLst xmlns:a="http://schemas.openxmlformats.org/drawingml/2006/main">
              <a:ext uri="{FF2B5EF4-FFF2-40B4-BE49-F238E27FC236}">
                <a16:creationId xmlns:a16="http://schemas.microsoft.com/office/drawing/2014/main" id="{73CEC6D7-D3DD-421A-88DD-A016534C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10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 xmlns:a="http://schemas.openxmlformats.org/drawingml/2006/main">
              <a:ext uri="{FF2B5EF4-FFF2-40B4-BE49-F238E27FC236}">
                <a16:creationId xmlns:a16="http://schemas.microsoft.com/office/drawing/2014/main" id="{18F7D123-75D4-4154-BE77-DBAE172E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13" name="a2">
            <a:extLst xmlns:a="http://schemas.openxmlformats.org/drawingml/2006/main">
              <a:ext uri="{FF2B5EF4-FFF2-40B4-BE49-F238E27FC236}">
                <a16:creationId xmlns:a16="http://schemas.microsoft.com/office/drawing/2014/main" id="{7D224086-74A7-4ECE-BFE1-A8C4A993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4" name="a3">
            <a:extLst xmlns:a="http://schemas.openxmlformats.org/drawingml/2006/main">
              <a:ext uri="{FF2B5EF4-FFF2-40B4-BE49-F238E27FC236}">
                <a16:creationId xmlns:a16="http://schemas.microsoft.com/office/drawing/2014/main" id="{CD1BD0CF-FB71-464B-9BF0-BE21D282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433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a4">
            <a:extLst xmlns:a="http://schemas.openxmlformats.org/drawingml/2006/main">
              <a:ext uri="{FF2B5EF4-FFF2-40B4-BE49-F238E27FC236}">
                <a16:creationId xmlns:a16="http://schemas.microsoft.com/office/drawing/2014/main" id="{FC4E2364-9B66-48FE-8E1C-1DC24496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2291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6" name="agent-Goal">
            <a:extLst xmlns:a="http://schemas.openxmlformats.org/drawingml/2006/main">
              <a:ext uri="{FF2B5EF4-FFF2-40B4-BE49-F238E27FC236}">
                <a16:creationId xmlns:a16="http://schemas.microsoft.com/office/drawing/2014/main" id="{B70B7E59-08E1-4944-9122-C3A30622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 xmlns:a="http://schemas.openxmlformats.org/drawingml/2006/main">
              <a:ext uri="{FF2B5EF4-FFF2-40B4-BE49-F238E27FC236}">
                <a16:creationId xmlns:a16="http://schemas.microsoft.com/office/drawing/2014/main" id="{8DF35366-9282-4BF3-AF45-0F3B4873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 xmlns:a="http://schemas.openxmlformats.org/drawingml/2006/main">
              <a:ext uri="{FF2B5EF4-FFF2-40B4-BE49-F238E27FC236}">
                <a16:creationId xmlns:a16="http://schemas.microsoft.com/office/drawing/2014/main" id="{FCC9054E-0A36-4B57-BF29-B120273E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2895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 xmlns:a="http://schemas.openxmlformats.org/drawingml/2006/main">
              <a:ext uri="{FF2B5EF4-FFF2-40B4-BE49-F238E27FC236}">
                <a16:creationId xmlns:a16="http://schemas.microsoft.com/office/drawing/2014/main" id="{BF2F5557-2B36-4128-916A-37D3D5FC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 xmlns:a="http://schemas.openxmlformats.org/drawingml/2006/main">
              <a:ext uri="{FF2B5EF4-FFF2-40B4-BE49-F238E27FC236}">
                <a16:creationId xmlns:a16="http://schemas.microsoft.com/office/drawing/2014/main" id="{79DB2571-51F9-42D8-9C56-1E900CC7F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287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 xmlns:a="http://schemas.openxmlformats.org/drawingml/2006/main">
              <a:ext uri="{FF2B5EF4-FFF2-40B4-BE49-F238E27FC236}">
                <a16:creationId xmlns:a16="http://schemas.microsoft.com/office/drawing/2014/main" id="{0CC42CAB-33C4-4F4D-9292-A71F3D72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673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4782127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DF4FA1C-5C3F-49D3-AE9F-C635DDE3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BFCF231-E0D7-413A-A3C7-66250B20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87A0340-DC01-4C9F-B3D7-80CCADC3D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5/18</a:t>
            </a:r>
          </a:p>
        </p:txBody>
      </p:sp>
      <p:sp>
        <p:nvSpPr>
          <p:cNvPr id="4" name="model">
            <a:extLst xmlns:a="http://schemas.openxmlformats.org/drawingml/2006/main">
              <a:ext uri="{FF2B5EF4-FFF2-40B4-BE49-F238E27FC236}">
                <a16:creationId xmlns:a16="http://schemas.microsoft.com/office/drawing/2014/main" id="{82A95D53-A184-42A1-ACBB-37CFFEEA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9900"/>
            <a:ext cx="17526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5" name="line-Goal">
            <a:extLst xmlns:a="http://schemas.openxmlformats.org/drawingml/2006/main">
              <a:ext uri="{FF2B5EF4-FFF2-40B4-BE49-F238E27FC236}">
                <a16:creationId xmlns:a16="http://schemas.microsoft.com/office/drawing/2014/main" id="{6972985B-0F13-4874-A524-77ACB5D62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295525"/>
            <a:ext cx="3228975" cy="1114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6" name="node-Goal">
            <a:extLst xmlns:a="http://schemas.openxmlformats.org/drawingml/2006/main">
              <a:ext uri="{FF2B5EF4-FFF2-40B4-BE49-F238E27FC236}">
                <a16:creationId xmlns:a16="http://schemas.microsoft.com/office/drawing/2014/main" id="{3F340A9C-88DB-4D93-9BEB-C08CA486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002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Goal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成功條件</a:t>
            </a:r>
          </a:p>
        </p:txBody>
      </p:sp>
      <p:sp>
        <p:nvSpPr>
          <p:cNvPr id="7" name="line-Context">
            <a:extLst xmlns:a="http://schemas.openxmlformats.org/drawingml/2006/main">
              <a:ext uri="{FF2B5EF4-FFF2-40B4-BE49-F238E27FC236}">
                <a16:creationId xmlns:a16="http://schemas.microsoft.com/office/drawing/2014/main" id="{A9336933-594E-4CDB-9C8C-D0692650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95525"/>
            <a:ext cx="2390775" cy="1114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8" name="node-Context">
            <a:extLst xmlns:a="http://schemas.openxmlformats.org/drawingml/2006/main">
              <a:ext uri="{FF2B5EF4-FFF2-40B4-BE49-F238E27FC236}">
                <a16:creationId xmlns:a16="http://schemas.microsoft.com/office/drawing/2014/main" id="{E3340942-8BB3-4DE1-A862-8CC6BD532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0002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9" name="line-Tools">
            <a:extLst xmlns:a="http://schemas.openxmlformats.org/drawingml/2006/main">
              <a:ext uri="{FF2B5EF4-FFF2-40B4-BE49-F238E27FC236}">
                <a16:creationId xmlns:a16="http://schemas.microsoft.com/office/drawing/2014/main" id="{507822B0-3E8F-48A6-B488-B30F74D6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409950"/>
            <a:ext cx="3629025" cy="1057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0" name="node-Tools">
            <a:extLst xmlns:a="http://schemas.openxmlformats.org/drawingml/2006/main">
              <a:ext uri="{FF2B5EF4-FFF2-40B4-BE49-F238E27FC236}">
                <a16:creationId xmlns:a16="http://schemas.microsoft.com/office/drawing/2014/main" id="{05376598-C38B-4371-A1D4-1BBB42F2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1" name="line-State">
            <a:extLst xmlns:a="http://schemas.openxmlformats.org/drawingml/2006/main">
              <a:ext uri="{FF2B5EF4-FFF2-40B4-BE49-F238E27FC236}">
                <a16:creationId xmlns:a16="http://schemas.microsoft.com/office/drawing/2014/main" id="{9FC32B34-FA62-4643-A247-0F7BBA9B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09950"/>
            <a:ext cx="2771775" cy="1057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2" name="node-State">
            <a:extLst xmlns:a="http://schemas.openxmlformats.org/drawingml/2006/main">
              <a:ext uri="{FF2B5EF4-FFF2-40B4-BE49-F238E27FC236}">
                <a16:creationId xmlns:a16="http://schemas.microsoft.com/office/drawing/2014/main" id="{088F093D-7683-45C5-9012-73606CC4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1719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進度與中間結果</a:t>
            </a:r>
          </a:p>
        </p:txBody>
      </p:sp>
      <p:sp>
        <p:nvSpPr>
          <p:cNvPr id="13" name="line-Verification">
            <a:extLst xmlns:a="http://schemas.openxmlformats.org/drawingml/2006/main">
              <a:ext uri="{FF2B5EF4-FFF2-40B4-BE49-F238E27FC236}">
                <a16:creationId xmlns:a16="http://schemas.microsoft.com/office/drawing/2014/main" id="{54E45CD4-04BA-4C1E-8C3E-6D4B24B7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3409950"/>
            <a:ext cx="561975" cy="18954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D4DADD"/>
            </a:solidFill>
            <a:prstDash val="solid"/>
          </a:ln>
        </p:spPr>
      </p:sp>
      <p:sp>
        <p:nvSpPr>
          <p:cNvPr id="14" name="node-Verification">
            <a:extLst xmlns:a="http://schemas.openxmlformats.org/drawingml/2006/main">
              <a:ext uri="{FF2B5EF4-FFF2-40B4-BE49-F238E27FC236}">
                <a16:creationId xmlns:a16="http://schemas.microsoft.com/office/drawing/2014/main" id="{64ACF667-1608-479F-A363-844972AA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10150"/>
            <a:ext cx="1809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Verification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4225987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DC17BBF-630C-43E6-81F6-D7B8C8AB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50E8C5-B2A6-423F-AB48-24F51B1E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EDD9AE5C-DB18-4637-9E7E-C6057511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6/18</a:t>
            </a:r>
          </a:p>
        </p:txBody>
      </p:sp>
      <p:sp>
        <p:nvSpPr>
          <p:cNvPr id="4" name="goal-plan-a">
            <a:extLst xmlns:a="http://schemas.openxmlformats.org/drawingml/2006/main">
              <a:ext uri="{FF2B5EF4-FFF2-40B4-BE49-F238E27FC236}">
                <a16:creationId xmlns:a16="http://schemas.microsoft.com/office/drawing/2014/main" id="{CD5E8896-8E96-4628-94C5-9A166894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5" name="goal-plan-b">
            <a:extLst xmlns:a="http://schemas.openxmlformats.org/drawingml/2006/main">
              <a:ext uri="{FF2B5EF4-FFF2-40B4-BE49-F238E27FC236}">
                <a16:creationId xmlns:a16="http://schemas.microsoft.com/office/drawing/2014/main" id="{EF9CA35A-FE3B-4C14-8CE2-591DED22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6" name="goal-plan-c">
            <a:extLst xmlns:a="http://schemas.openxmlformats.org/drawingml/2006/main">
              <a:ext uri="{FF2B5EF4-FFF2-40B4-BE49-F238E27FC236}">
                <a16:creationId xmlns:a16="http://schemas.microsoft.com/office/drawing/2014/main" id="{83769EDB-3146-41AE-AFC2-D83E46B7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7" name="plan-act">
            <a:extLst xmlns:a="http://schemas.openxmlformats.org/drawingml/2006/main">
              <a:ext uri="{FF2B5EF4-FFF2-40B4-BE49-F238E27FC236}">
                <a16:creationId xmlns:a16="http://schemas.microsoft.com/office/drawing/2014/main" id="{40A9BF97-5D2A-45E5-98AB-B6B42646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190750"/>
            <a:ext cx="1200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3446A8"/>
            </a:solidFill>
            <a:prstDash val="solid"/>
          </a:ln>
        </p:spPr>
      </p:sp>
      <p:sp>
        <p:nvSpPr>
          <p:cNvPr id="8" name="act-observe-a">
            <a:extLst xmlns:a="http://schemas.openxmlformats.org/drawingml/2006/main">
              <a:ext uri="{FF2B5EF4-FFF2-40B4-BE49-F238E27FC236}">
                <a16:creationId xmlns:a16="http://schemas.microsoft.com/office/drawing/2014/main" id="{56D83B17-3728-4EF4-B36D-5B4EC8E33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9" name="act-observe-b">
            <a:extLst xmlns:a="http://schemas.openxmlformats.org/drawingml/2006/main">
              <a:ext uri="{FF2B5EF4-FFF2-40B4-BE49-F238E27FC236}">
                <a16:creationId xmlns:a16="http://schemas.microsoft.com/office/drawing/2014/main" id="{BC82AE94-1838-4EF0-BEC7-FBAA3894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90750"/>
            <a:ext cx="0" cy="876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0" name="act-observe-c">
            <a:extLst xmlns:a="http://schemas.openxmlformats.org/drawingml/2006/main">
              <a:ext uri="{FF2B5EF4-FFF2-40B4-BE49-F238E27FC236}">
                <a16:creationId xmlns:a16="http://schemas.microsoft.com/office/drawing/2014/main" id="{5DE5834F-60D3-4124-9A48-259E3BAE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67050"/>
            <a:ext cx="419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E8F88"/>
            </a:solidFill>
            <a:prstDash val="solid"/>
          </a:ln>
        </p:spPr>
      </p:sp>
      <p:sp>
        <p:nvSpPr>
          <p:cNvPr id="11" name="observe-verify-a">
            <a:extLst xmlns:a="http://schemas.openxmlformats.org/drawingml/2006/main">
              <a:ext uri="{FF2B5EF4-FFF2-40B4-BE49-F238E27FC236}">
                <a16:creationId xmlns:a16="http://schemas.microsoft.com/office/drawing/2014/main" id="{77D9CD14-366C-4FEF-9E47-E15982CC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33750"/>
            <a:ext cx="0" cy="66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2" name="observe-verify-b">
            <a:extLst xmlns:a="http://schemas.openxmlformats.org/drawingml/2006/main">
              <a:ext uri="{FF2B5EF4-FFF2-40B4-BE49-F238E27FC236}">
                <a16:creationId xmlns:a16="http://schemas.microsoft.com/office/drawing/2014/main" id="{7349B54F-4B4E-4923-A35C-D1BCEE5D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3" name="observe-verify-c">
            <a:extLst xmlns:a="http://schemas.openxmlformats.org/drawingml/2006/main">
              <a:ext uri="{FF2B5EF4-FFF2-40B4-BE49-F238E27FC236}">
                <a16:creationId xmlns:a16="http://schemas.microsoft.com/office/drawing/2014/main" id="{0B4E78FF-41AA-4738-80EC-EBD9CDDA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000500"/>
            <a:ext cx="0" cy="438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4" name="verify-state">
            <a:extLst xmlns:a="http://schemas.openxmlformats.org/drawingml/2006/main">
              <a:ext uri="{FF2B5EF4-FFF2-40B4-BE49-F238E27FC236}">
                <a16:creationId xmlns:a16="http://schemas.microsoft.com/office/drawing/2014/main" id="{358474DF-96CC-4A05-96E3-9D3866131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114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solid"/>
          </a:ln>
        </p:spPr>
      </p:sp>
      <p:sp>
        <p:nvSpPr>
          <p:cNvPr id="15" name="state-goal-a">
            <a:extLst xmlns:a="http://schemas.openxmlformats.org/drawingml/2006/main">
              <a:ext uri="{FF2B5EF4-FFF2-40B4-BE49-F238E27FC236}">
                <a16:creationId xmlns:a16="http://schemas.microsoft.com/office/drawing/2014/main" id="{595C7034-9F32-457C-B762-A521E18A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434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6" name="state-goal-b">
            <a:extLst xmlns:a="http://schemas.openxmlformats.org/drawingml/2006/main">
              <a:ext uri="{FF2B5EF4-FFF2-40B4-BE49-F238E27FC236}">
                <a16:creationId xmlns:a16="http://schemas.microsoft.com/office/drawing/2014/main" id="{8B12DCE2-75EC-4EB5-8C69-A0401DD0B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0" cy="1676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7" name="state-goal-c">
            <a:extLst xmlns:a="http://schemas.openxmlformats.org/drawingml/2006/main">
              <a:ext uri="{FF2B5EF4-FFF2-40B4-BE49-F238E27FC236}">
                <a16:creationId xmlns:a16="http://schemas.microsoft.com/office/drawing/2014/main" id="{13EC0549-C085-4E12-A229-BFBD0B35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6705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5C6670"/>
            </a:solidFill>
            <a:prstDash val="dash"/>
          </a:ln>
        </p:spPr>
      </p:sp>
      <p:sp>
        <p:nvSpPr>
          <p:cNvPr id="18" name="goal">
            <a:extLst xmlns:a="http://schemas.openxmlformats.org/drawingml/2006/main">
              <a:ext uri="{FF2B5EF4-FFF2-40B4-BE49-F238E27FC236}">
                <a16:creationId xmlns:a16="http://schemas.microsoft.com/office/drawing/2014/main" id="{20B70589-55E4-4170-A32E-25A34E33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03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 xmlns:a="http://schemas.openxmlformats.org/drawingml/2006/main">
              <a:ext uri="{FF2B5EF4-FFF2-40B4-BE49-F238E27FC236}">
                <a16:creationId xmlns:a16="http://schemas.microsoft.com/office/drawing/2014/main" id="{5FDB7E3D-B2AA-4355-B01C-EAE57378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24050"/>
            <a:ext cx="11049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 xmlns:a="http://schemas.openxmlformats.org/drawingml/2006/main">
              <a:ext uri="{FF2B5EF4-FFF2-40B4-BE49-F238E27FC236}">
                <a16:creationId xmlns:a16="http://schemas.microsoft.com/office/drawing/2014/main" id="{4D94D44D-225C-4709-B2CE-AE5A77B1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859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 xmlns:a="http://schemas.openxmlformats.org/drawingml/2006/main">
              <a:ext uri="{FF2B5EF4-FFF2-40B4-BE49-F238E27FC236}">
                <a16:creationId xmlns:a16="http://schemas.microsoft.com/office/drawing/2014/main" id="{8F6DBB15-C77C-43BE-8112-3E577033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00350"/>
            <a:ext cx="12192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 xmlns:a="http://schemas.openxmlformats.org/drawingml/2006/main">
              <a:ext uri="{FF2B5EF4-FFF2-40B4-BE49-F238E27FC236}">
                <a16:creationId xmlns:a16="http://schemas.microsoft.com/office/drawing/2014/main" id="{D609B923-0F86-45DF-8765-F65E3705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438650"/>
            <a:ext cx="13144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 xmlns:a="http://schemas.openxmlformats.org/drawingml/2006/main">
              <a:ext uri="{FF2B5EF4-FFF2-40B4-BE49-F238E27FC236}">
                <a16:creationId xmlns:a16="http://schemas.microsoft.com/office/drawing/2014/main" id="{20D9313B-3532-4740-AA00-834579C1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438650"/>
            <a:ext cx="11811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 xmlns:a="http://schemas.openxmlformats.org/drawingml/2006/main">
              <a:ext uri="{FF2B5EF4-FFF2-40B4-BE49-F238E27FC236}">
                <a16:creationId xmlns:a16="http://schemas.microsoft.com/office/drawing/2014/main" id="{F4B25170-4A90-46D4-991D-8001F99E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438650"/>
            <a:ext cx="16002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 xmlns:a="http://schemas.openxmlformats.org/drawingml/2006/main">
              <a:ext uri="{FF2B5EF4-FFF2-40B4-BE49-F238E27FC236}">
                <a16:creationId xmlns:a16="http://schemas.microsoft.com/office/drawing/2014/main" id="{9A757794-417A-4F22-9C17-518780EF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434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D89A16"/>
            </a:solidFill>
            <a:prstDash val="dash"/>
          </a:ln>
        </p:spPr>
      </p:sp>
      <p:sp>
        <p:nvSpPr>
          <p:cNvPr id="26" name="loop-note">
            <a:extLst xmlns:a="http://schemas.openxmlformats.org/drawingml/2006/main">
              <a:ext uri="{FF2B5EF4-FFF2-40B4-BE49-F238E27FC236}">
                <a16:creationId xmlns:a16="http://schemas.microsoft.com/office/drawing/2014/main" id="{D3880D74-B658-4288-955C-DE6F49EF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578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14877928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B161255-8A66-449C-92F4-5437DF76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DFF051-48C9-4BD3-B838-38C2AF72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42B5AFD-3454-4F97-8B01-5A2AA271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7/18</a:t>
            </a:r>
          </a:p>
        </p:txBody>
      </p:sp>
      <p:sp>
        <p:nvSpPr>
          <p:cNvPr id="4" name="table-bg">
            <a:extLst xmlns:a="http://schemas.openxmlformats.org/drawingml/2006/main">
              <a:ext uri="{FF2B5EF4-FFF2-40B4-BE49-F238E27FC236}">
                <a16:creationId xmlns:a16="http://schemas.microsoft.com/office/drawing/2014/main" id="{D4EB9622-B7E1-431F-83C1-551B16CA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103632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h-0">
            <a:extLst xmlns:a="http://schemas.openxmlformats.org/drawingml/2006/main">
              <a:ext uri="{FF2B5EF4-FFF2-40B4-BE49-F238E27FC236}">
                <a16:creationId xmlns:a16="http://schemas.microsoft.com/office/drawing/2014/main" id="{2AFF755D-49ED-4B83-A7AD-7E17269E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574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 xmlns:a="http://schemas.openxmlformats.org/drawingml/2006/main">
              <a:ext uri="{FF2B5EF4-FFF2-40B4-BE49-F238E27FC236}">
                <a16:creationId xmlns:a16="http://schemas.microsoft.com/office/drawing/2014/main" id="{78D02C5D-FE97-4A2C-A24C-4D67C2AA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574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 xmlns:a="http://schemas.openxmlformats.org/drawingml/2006/main">
              <a:ext uri="{FF2B5EF4-FFF2-40B4-BE49-F238E27FC236}">
                <a16:creationId xmlns:a16="http://schemas.microsoft.com/office/drawing/2014/main" id="{7C4301FD-0289-47D3-A109-6361AE1B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666070E6-B444-45E9-949B-AAB491C4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95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 xmlns:a="http://schemas.openxmlformats.org/drawingml/2006/main">
              <a:ext uri="{FF2B5EF4-FFF2-40B4-BE49-F238E27FC236}">
                <a16:creationId xmlns:a16="http://schemas.microsoft.com/office/drawing/2014/main" id="{A3FD10D3-7DAD-44E4-A682-60750E0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955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 xmlns:a="http://schemas.openxmlformats.org/drawingml/2006/main">
              <a:ext uri="{FF2B5EF4-FFF2-40B4-BE49-F238E27FC236}">
                <a16:creationId xmlns:a16="http://schemas.microsoft.com/office/drawing/2014/main" id="{E6BD0636-8657-4E45-8F6D-84495471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955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78E2BFE4-01A9-44F2-BD7A-B6045556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575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3C7A997E-8A2E-4E8F-91F2-43AF7238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 xmlns:a="http://schemas.openxmlformats.org/drawingml/2006/main">
              <a:ext uri="{FF2B5EF4-FFF2-40B4-BE49-F238E27FC236}">
                <a16:creationId xmlns:a16="http://schemas.microsoft.com/office/drawing/2014/main" id="{FB7C8B83-BE86-4139-9DD7-DA17754A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480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 xmlns:a="http://schemas.openxmlformats.org/drawingml/2006/main">
              <a:ext uri="{FF2B5EF4-FFF2-40B4-BE49-F238E27FC236}">
                <a16:creationId xmlns:a16="http://schemas.microsoft.com/office/drawing/2014/main" id="{2A95FA74-9B24-40FD-B154-30B2D0AF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 xmlns:a="http://schemas.openxmlformats.org/drawingml/2006/main">
              <a:ext uri="{FF2B5EF4-FFF2-40B4-BE49-F238E27FC236}">
                <a16:creationId xmlns:a16="http://schemas.microsoft.com/office/drawing/2014/main" id="{B9A97ABB-9B5E-4DA3-88F0-E26C1A63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099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ep-2">
            <a:extLst xmlns:a="http://schemas.openxmlformats.org/drawingml/2006/main">
              <a:ext uri="{FF2B5EF4-FFF2-40B4-BE49-F238E27FC236}">
                <a16:creationId xmlns:a16="http://schemas.microsoft.com/office/drawing/2014/main" id="{4925F045-57CD-4BE8-812D-A0966B40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004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 xmlns:a="http://schemas.openxmlformats.org/drawingml/2006/main">
              <a:ext uri="{FF2B5EF4-FFF2-40B4-BE49-F238E27FC236}">
                <a16:creationId xmlns:a16="http://schemas.microsoft.com/office/drawing/2014/main" id="{69B0BF14-1965-43E1-8415-9293BC9D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00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 xmlns:a="http://schemas.openxmlformats.org/drawingml/2006/main">
              <a:ext uri="{FF2B5EF4-FFF2-40B4-BE49-F238E27FC236}">
                <a16:creationId xmlns:a16="http://schemas.microsoft.com/office/drawing/2014/main" id="{697EFD4D-9F8A-42EE-8AA8-3143854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004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 xmlns:a="http://schemas.openxmlformats.org/drawingml/2006/main">
              <a:ext uri="{FF2B5EF4-FFF2-40B4-BE49-F238E27FC236}">
                <a16:creationId xmlns:a16="http://schemas.microsoft.com/office/drawing/2014/main" id="{5F310C19-A64D-41BE-9ACD-8C5F9904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624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ep-3">
            <a:extLst xmlns:a="http://schemas.openxmlformats.org/drawingml/2006/main">
              <a:ext uri="{FF2B5EF4-FFF2-40B4-BE49-F238E27FC236}">
                <a16:creationId xmlns:a16="http://schemas.microsoft.com/office/drawing/2014/main" id="{1C8BCEEB-1AFC-4D5F-9121-E43CF07C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52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 xmlns:a="http://schemas.openxmlformats.org/drawingml/2006/main">
              <a:ext uri="{FF2B5EF4-FFF2-40B4-BE49-F238E27FC236}">
                <a16:creationId xmlns:a16="http://schemas.microsoft.com/office/drawing/2014/main" id="{07349B39-37A4-4406-AB56-36DFFA9B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 xmlns:a="http://schemas.openxmlformats.org/drawingml/2006/main">
              <a:ext uri="{FF2B5EF4-FFF2-40B4-BE49-F238E27FC236}">
                <a16:creationId xmlns:a16="http://schemas.microsoft.com/office/drawing/2014/main" id="{17EF5719-8F6A-4545-8420-2A7AD8C9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 xmlns:a="http://schemas.openxmlformats.org/drawingml/2006/main">
              <a:ext uri="{FF2B5EF4-FFF2-40B4-BE49-F238E27FC236}">
                <a16:creationId xmlns:a16="http://schemas.microsoft.com/office/drawing/2014/main" id="{095111C7-9C35-44D1-8B6E-DC25EBC2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485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ep-4">
            <a:extLst xmlns:a="http://schemas.openxmlformats.org/drawingml/2006/main">
              <a:ext uri="{FF2B5EF4-FFF2-40B4-BE49-F238E27FC236}">
                <a16:creationId xmlns:a16="http://schemas.microsoft.com/office/drawing/2014/main" id="{56A62ED4-35E8-4902-A683-673A6861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053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 xmlns:a="http://schemas.openxmlformats.org/drawingml/2006/main">
              <a:ext uri="{FF2B5EF4-FFF2-40B4-BE49-F238E27FC236}">
                <a16:creationId xmlns:a16="http://schemas.microsoft.com/office/drawing/2014/main" id="{CC55972B-923A-437D-BD01-B3E86F96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053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 xmlns:a="http://schemas.openxmlformats.org/drawingml/2006/main">
              <a:ext uri="{FF2B5EF4-FFF2-40B4-BE49-F238E27FC236}">
                <a16:creationId xmlns:a16="http://schemas.microsoft.com/office/drawing/2014/main" id="{7C1F1985-5AC5-46BE-9175-ABD72769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053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 xmlns:a="http://schemas.openxmlformats.org/drawingml/2006/main">
              <a:ext uri="{FF2B5EF4-FFF2-40B4-BE49-F238E27FC236}">
                <a16:creationId xmlns:a16="http://schemas.microsoft.com/office/drawing/2014/main" id="{6894BBDF-94BC-436D-8439-84CC6830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67300"/>
            <a:ext cx="979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bottom">
            <a:extLst xmlns:a="http://schemas.openxmlformats.org/drawingml/2006/main">
              <a:ext uri="{FF2B5EF4-FFF2-40B4-BE49-F238E27FC236}">
                <a16:creationId xmlns:a16="http://schemas.microsoft.com/office/drawing/2014/main" id="{24AC53C4-3FAD-468F-9CB5-873375B3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734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11382768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E8346B5C-56EA-44EA-A748-5F6E318D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550C431-FCBB-4335-B717-606A969CE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232259B-C1C5-4A18-90A6-6C81B49D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8/18</a:t>
            </a:r>
          </a:p>
        </p:txBody>
      </p:sp>
      <p:sp>
        <p:nvSpPr>
          <p:cNvPr id="4" name="good">
            <a:extLst xmlns:a="http://schemas.openxmlformats.org/drawingml/2006/main">
              <a:ext uri="{FF2B5EF4-FFF2-40B4-BE49-F238E27FC236}">
                <a16:creationId xmlns:a16="http://schemas.microsoft.com/office/drawing/2014/main" id="{50B20AA5-2D17-46B4-84FC-F34B069F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bad">
            <a:extLst xmlns:a="http://schemas.openxmlformats.org/drawingml/2006/main">
              <a:ext uri="{FF2B5EF4-FFF2-40B4-BE49-F238E27FC236}">
                <a16:creationId xmlns:a16="http://schemas.microsoft.com/office/drawing/2014/main" id="{6E739162-CBF0-4801-AE8D-385BCC84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324350" cy="306705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6" name="good-title">
            <a:extLst xmlns:a="http://schemas.openxmlformats.org/drawingml/2006/main">
              <a:ext uri="{FF2B5EF4-FFF2-40B4-BE49-F238E27FC236}">
                <a16:creationId xmlns:a16="http://schemas.microsoft.com/office/drawing/2014/main" id="{898F17A4-944F-43E9-9AC4-F826A8BB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 xmlns:a="http://schemas.openxmlformats.org/drawingml/2006/main">
              <a:ext uri="{FF2B5EF4-FFF2-40B4-BE49-F238E27FC236}">
                <a16:creationId xmlns:a16="http://schemas.microsoft.com/office/drawing/2014/main" id="{1A1DDB89-6D18-45B6-BDEE-E5DD10F3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4003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 xmlns:a="http://schemas.openxmlformats.org/drawingml/2006/main">
              <a:ext uri="{FF2B5EF4-FFF2-40B4-BE49-F238E27FC236}">
                <a16:creationId xmlns:a16="http://schemas.microsoft.com/office/drawing/2014/main" id="{ABAF2795-98F0-423F-BCA1-BDDD11293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 xmlns:a="http://schemas.openxmlformats.org/drawingml/2006/main">
              <a:ext uri="{FF2B5EF4-FFF2-40B4-BE49-F238E27FC236}">
                <a16:creationId xmlns:a16="http://schemas.microsoft.com/office/drawing/2014/main" id="{CF1684AF-DA2C-4DDA-849F-2AF0EEB0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86100"/>
            <a:ext cx="3143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 xmlns:a="http://schemas.openxmlformats.org/drawingml/2006/main"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 xmlns:a="http://schemas.openxmlformats.org/drawingml/2006/main">
              <a:ext uri="{FF2B5EF4-FFF2-40B4-BE49-F238E27FC236}">
                <a16:creationId xmlns:a16="http://schemas.microsoft.com/office/drawing/2014/main" id="{B60E3EA0-627D-4960-A6D0-2204D669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19750"/>
            <a:ext cx="790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20450687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8CC4A50-9706-4F2B-A303-95F8D4A1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40A0DCD6-3EC3-42CD-97E0-528B87B3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FE82324A-C61F-43D3-A9DF-69D81827C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9/18</a:t>
            </a:r>
          </a:p>
        </p:txBody>
      </p:sp>
      <p:sp>
        <p:nvSpPr>
          <p:cNvPr id="4" name="risk-0">
            <a:extLst xmlns:a="http://schemas.openxmlformats.org/drawingml/2006/main">
              <a:ext uri="{FF2B5EF4-FFF2-40B4-BE49-F238E27FC236}">
                <a16:creationId xmlns:a16="http://schemas.microsoft.com/office/drawing/2014/main" id="{6A4B13AA-BFF9-45F3-BB0E-7B9A8189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5" name="risk-title-0">
            <a:extLst xmlns:a="http://schemas.openxmlformats.org/drawingml/2006/main">
              <a:ext uri="{FF2B5EF4-FFF2-40B4-BE49-F238E27FC236}">
                <a16:creationId xmlns:a16="http://schemas.microsoft.com/office/drawing/2014/main" id="{5DDC40B6-3AD1-4688-A0D2-E422B14A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 xmlns:a="http://schemas.openxmlformats.org/drawingml/2006/main">
              <a:ext uri="{FF2B5EF4-FFF2-40B4-BE49-F238E27FC236}">
                <a16:creationId xmlns:a16="http://schemas.microsoft.com/office/drawing/2014/main" id="{F581250B-E696-4B3F-8457-860DD0A2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 xmlns:a="http://schemas.openxmlformats.org/drawingml/2006/main">
              <a:ext uri="{FF2B5EF4-FFF2-40B4-BE49-F238E27FC236}">
                <a16:creationId xmlns:a16="http://schemas.microsoft.com/office/drawing/2014/main" id="{82F15509-3258-4E06-9BDB-FB084A93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9550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risk-title-1">
            <a:extLst xmlns:a="http://schemas.openxmlformats.org/drawingml/2006/main">
              <a:ext uri="{FF2B5EF4-FFF2-40B4-BE49-F238E27FC236}">
                <a16:creationId xmlns:a16="http://schemas.microsoft.com/office/drawing/2014/main" id="{27492D2C-FD8F-449E-B650-7D7D194A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 xmlns:a="http://schemas.openxmlformats.org/drawingml/2006/main">
              <a:ext uri="{FF2B5EF4-FFF2-40B4-BE49-F238E27FC236}">
                <a16:creationId xmlns:a16="http://schemas.microsoft.com/office/drawing/2014/main" id="{10EAF37A-52B4-4D1C-9FB5-1B72848C0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2410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 xmlns:a="http://schemas.openxmlformats.org/drawingml/2006/main">
              <a:ext uri="{FF2B5EF4-FFF2-40B4-BE49-F238E27FC236}">
                <a16:creationId xmlns:a16="http://schemas.microsoft.com/office/drawing/2014/main" id="{4BBDA9D9-F774-44FB-81BD-45BF83F9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risk-title-2">
            <a:extLst xmlns:a="http://schemas.openxmlformats.org/drawingml/2006/main">
              <a:ext uri="{FF2B5EF4-FFF2-40B4-BE49-F238E27FC236}">
                <a16:creationId xmlns:a16="http://schemas.microsoft.com/office/drawing/2014/main" id="{3F3C6A40-8045-41E3-B380-19EE2122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 xmlns:a="http://schemas.openxmlformats.org/drawingml/2006/main">
              <a:ext uri="{FF2B5EF4-FFF2-40B4-BE49-F238E27FC236}">
                <a16:creationId xmlns:a16="http://schemas.microsoft.com/office/drawing/2014/main" id="{55C78115-88DB-406D-9349-CE50D829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 xmlns:a="http://schemas.openxmlformats.org/drawingml/2006/main">
              <a:ext uri="{FF2B5EF4-FFF2-40B4-BE49-F238E27FC236}">
                <a16:creationId xmlns:a16="http://schemas.microsoft.com/office/drawing/2014/main" id="{9EBBAB2D-71EA-4C1D-8C01-68072EFA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48050"/>
            <a:ext cx="3886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4" name="risk-title-3">
            <a:extLst xmlns:a="http://schemas.openxmlformats.org/drawingml/2006/main">
              <a:ext uri="{FF2B5EF4-FFF2-40B4-BE49-F238E27FC236}">
                <a16:creationId xmlns:a16="http://schemas.microsoft.com/office/drawing/2014/main" id="{BC7E84D9-14B6-4CF0-A48C-42BA9D884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57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 xmlns:a="http://schemas.openxmlformats.org/drawingml/2006/main">
              <a:ext uri="{FF2B5EF4-FFF2-40B4-BE49-F238E27FC236}">
                <a16:creationId xmlns:a16="http://schemas.microsoft.com/office/drawing/2014/main" id="{B9FAFC1C-02D7-4847-92D0-26DCA9F6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766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 xmlns:a="http://schemas.openxmlformats.org/drawingml/2006/main">
              <a:ext uri="{FF2B5EF4-FFF2-40B4-BE49-F238E27FC236}">
                <a16:creationId xmlns:a16="http://schemas.microsoft.com/office/drawing/2014/main" id="{DE7BCFB5-5ECB-4552-B415-519C961F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43500"/>
            <a:ext cx="3657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1583844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2353180D-8437-439C-969F-C53F25E25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0E59387-C341-44E1-B2C2-B39F1377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3CBD069-2B93-42F4-8202-F603C1BF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10/18</a:t>
            </a:r>
          </a:p>
        </p:txBody>
      </p:sp>
      <p:sp>
        <p:nvSpPr>
          <p:cNvPr id="4" name="stage-line">
            <a:extLst xmlns:a="http://schemas.openxmlformats.org/drawingml/2006/main">
              <a:ext uri="{FF2B5EF4-FFF2-40B4-BE49-F238E27FC236}">
                <a16:creationId xmlns:a16="http://schemas.microsoft.com/office/drawing/2014/main" id="{4FBA0454-A77A-4F7F-8676-96CAD1D9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24200"/>
            <a:ext cx="851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age-0">
            <a:extLst xmlns:a="http://schemas.openxmlformats.org/drawingml/2006/main">
              <a:ext uri="{FF2B5EF4-FFF2-40B4-BE49-F238E27FC236}">
                <a16:creationId xmlns:a16="http://schemas.microsoft.com/office/drawing/2014/main" id="{B59D4E64-9978-4A97-8945-15A29A04F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AAEB3697-94F9-42D8-B407-471693CA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 xmlns:a="http://schemas.openxmlformats.org/drawingml/2006/main">
              <a:ext uri="{FF2B5EF4-FFF2-40B4-BE49-F238E27FC236}">
                <a16:creationId xmlns:a16="http://schemas.microsoft.com/office/drawing/2014/main" id="{ED00B983-30A8-4D32-8E7B-A6BDFABA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7FDE0702-E3D4-48FE-A226-34BDA084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 xmlns:a="http://schemas.openxmlformats.org/drawingml/2006/main">
              <a:ext uri="{FF2B5EF4-FFF2-40B4-BE49-F238E27FC236}">
                <a16:creationId xmlns:a16="http://schemas.microsoft.com/office/drawing/2014/main" id="{FCA768A6-1802-49DC-BFFF-A4B886FB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561C2C2D-755E-415E-826E-47B10DE44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F781203D-3C88-4A28-AEA3-F453FDD2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D4BF4077-3A83-4F53-BA17-9E00BE56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 xmlns:a="http://schemas.openxmlformats.org/drawingml/2006/main">
              <a:ext uri="{FF2B5EF4-FFF2-40B4-BE49-F238E27FC236}">
                <a16:creationId xmlns:a16="http://schemas.microsoft.com/office/drawing/2014/main" id="{DA8E433C-D7CC-449E-9E44-8D13D742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28900"/>
            <a:ext cx="1466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5BD54E38-0427-4D9F-B7EB-95A564C2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5242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 xmlns:a="http://schemas.openxmlformats.org/drawingml/2006/main">
              <a:ext uri="{FF2B5EF4-FFF2-40B4-BE49-F238E27FC236}">
                <a16:creationId xmlns:a16="http://schemas.microsoft.com/office/drawing/2014/main" id="{4D4B89A6-9E77-4DBE-A885-56F61BA7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172769574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CB03C762-42B7-4EAE-9B2A-96FB64D8A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1D2037B-9310-4F1F-951B-BC43FDEF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352F02E-78B7-49B3-A870-8CBAE2EF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11/18</a:t>
            </a:r>
          </a:p>
        </p:txBody>
      </p:sp>
      <p:sp>
        <p:nvSpPr>
          <p:cNvPr id="4" name="line-0">
            <a:extLst xmlns:a="http://schemas.openxmlformats.org/drawingml/2006/main">
              <a:ext uri="{FF2B5EF4-FFF2-40B4-BE49-F238E27FC236}">
                <a16:creationId xmlns:a16="http://schemas.microsoft.com/office/drawing/2014/main" id="{27693B8B-EF1D-4954-8BAD-ACF6B890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5" name="line-1">
            <a:extLst xmlns:a="http://schemas.openxmlformats.org/drawingml/2006/main">
              <a:ext uri="{FF2B5EF4-FFF2-40B4-BE49-F238E27FC236}">
                <a16:creationId xmlns:a16="http://schemas.microsoft.com/office/drawing/2014/main" id="{4A3C371F-7A3A-4CE6-909D-0ADFC7AD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6" name="line-2">
            <a:extLst xmlns:a="http://schemas.openxmlformats.org/drawingml/2006/main">
              <a:ext uri="{FF2B5EF4-FFF2-40B4-BE49-F238E27FC236}">
                <a16:creationId xmlns:a16="http://schemas.microsoft.com/office/drawing/2014/main" id="{F8C7D08A-38F1-4324-8E51-D5EE6189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7" name="line-3">
            <a:extLst xmlns:a="http://schemas.openxmlformats.org/drawingml/2006/main">
              <a:ext uri="{FF2B5EF4-FFF2-40B4-BE49-F238E27FC236}">
                <a16:creationId xmlns:a16="http://schemas.microsoft.com/office/drawing/2014/main" id="{9E2E102F-2EEC-4187-9A55-322AE96A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8" name="line-4">
            <a:extLst xmlns:a="http://schemas.openxmlformats.org/drawingml/2006/main">
              <a:ext uri="{FF2B5EF4-FFF2-40B4-BE49-F238E27FC236}">
                <a16:creationId xmlns:a16="http://schemas.microsoft.com/office/drawing/2014/main" id="{A0ADF74A-A832-45E4-9B21-DA8F6398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623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9" name="num-0">
            <a:extLst xmlns:a="http://schemas.openxmlformats.org/drawingml/2006/main">
              <a:ext uri="{FF2B5EF4-FFF2-40B4-BE49-F238E27FC236}">
                <a16:creationId xmlns:a16="http://schemas.microsoft.com/office/drawing/2014/main" id="{0901D690-5A1F-4CEC-9424-223E4428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 xmlns:a="http://schemas.openxmlformats.org/drawingml/2006/main">
              <a:ext uri="{FF2B5EF4-FFF2-40B4-BE49-F238E27FC236}">
                <a16:creationId xmlns:a16="http://schemas.microsoft.com/office/drawing/2014/main" id="{F85D17DF-32B7-49C6-8C17-92603F77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EF83E421-8A90-4841-A51C-3B9C384B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1DDF9253-963A-4807-B339-480D44BC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 xmlns:a="http://schemas.openxmlformats.org/drawingml/2006/main">
              <a:ext uri="{FF2B5EF4-FFF2-40B4-BE49-F238E27FC236}">
                <a16:creationId xmlns:a16="http://schemas.microsoft.com/office/drawing/2014/main" id="{F01EBD84-5474-4C41-AE01-74E6455C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 xmlns:a="http://schemas.openxmlformats.org/drawingml/2006/main">
              <a:ext uri="{FF2B5EF4-FFF2-40B4-BE49-F238E27FC236}">
                <a16:creationId xmlns:a16="http://schemas.microsoft.com/office/drawing/2014/main" id="{0526735B-1268-4D25-B1D2-14223DDE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 xmlns:a="http://schemas.openxmlformats.org/drawingml/2006/main">
              <a:ext uri="{FF2B5EF4-FFF2-40B4-BE49-F238E27FC236}">
                <a16:creationId xmlns:a16="http://schemas.microsoft.com/office/drawing/2014/main" id="{6E6FB63F-9C39-403F-9BE7-16D9EB99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0C9CD2DE-B092-43BD-9A3A-CD125498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Change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 xmlns:a="http://schemas.openxmlformats.org/drawingml/2006/main">
              <a:ext uri="{FF2B5EF4-FFF2-40B4-BE49-F238E27FC236}">
                <a16:creationId xmlns:a16="http://schemas.microsoft.com/office/drawing/2014/main" id="{02A29F12-1A70-4E17-BF76-457F4DAD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 xmlns:a="http://schemas.openxmlformats.org/drawingml/2006/main">
              <a:ext uri="{FF2B5EF4-FFF2-40B4-BE49-F238E27FC236}">
                <a16:creationId xmlns:a16="http://schemas.microsoft.com/office/drawing/2014/main" id="{D5F6327D-EFC2-47BE-8608-6A31A51B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 xmlns:a="http://schemas.openxmlformats.org/drawingml/2006/main">
              <a:ext uri="{FF2B5EF4-FFF2-40B4-BE49-F238E27FC236}">
                <a16:creationId xmlns:a16="http://schemas.microsoft.com/office/drawing/2014/main" id="{5B45F1E9-09B9-408E-A762-D6CCBE12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40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 xmlns:a="http://schemas.openxmlformats.org/drawingml/2006/main">
              <a:ext uri="{FF2B5EF4-FFF2-40B4-BE49-F238E27FC236}">
                <a16:creationId xmlns:a16="http://schemas.microsoft.com/office/drawing/2014/main" id="{97D563E1-F565-444B-B738-EF51D3A6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1239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Inspect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EEB4265E-4A9F-4A39-A242-6384F43A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686300"/>
            <a:ext cx="78486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rule-text">
            <a:extLst xmlns:a="http://schemas.openxmlformats.org/drawingml/2006/main">
              <a:ext uri="{FF2B5EF4-FFF2-40B4-BE49-F238E27FC236}">
                <a16:creationId xmlns:a16="http://schemas.microsoft.com/office/drawing/2014/main" id="{E9928E4B-9260-4303-AAAB-3ABEC5F5C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339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42660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97759ED1-E876-4629-9400-596E96CB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27D9732-6983-4022-B0BE-7EA7ECEE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7493F2A0-B966-4FC5-A83C-45BC0E07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12/18</a:t>
            </a:r>
          </a:p>
        </p:txBody>
      </p:sp>
      <p:sp>
        <p:nvSpPr>
          <p:cNvPr id="4" name="matrix">
            <a:extLst xmlns:a="http://schemas.openxmlformats.org/drawingml/2006/main">
              <a:ext uri="{FF2B5EF4-FFF2-40B4-BE49-F238E27FC236}">
                <a16:creationId xmlns:a16="http://schemas.microsoft.com/office/drawing/2014/main" id="{4EF17A5E-E705-4981-B95D-E63467CD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81200"/>
            <a:ext cx="7429500" cy="342900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vline">
            <a:extLst xmlns:a="http://schemas.openxmlformats.org/drawingml/2006/main">
              <a:ext uri="{FF2B5EF4-FFF2-40B4-BE49-F238E27FC236}">
                <a16:creationId xmlns:a16="http://schemas.microsoft.com/office/drawing/2014/main" id="{BC75CFB8-1B43-4B0D-94BE-F58A4ECF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19812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6" name="hline">
            <a:extLst xmlns:a="http://schemas.openxmlformats.org/drawingml/2006/main">
              <a:ext uri="{FF2B5EF4-FFF2-40B4-BE49-F238E27FC236}">
                <a16:creationId xmlns:a16="http://schemas.microsoft.com/office/drawing/2014/main" id="{9C1A8B37-508D-4FB1-B570-BB95D6610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695700"/>
            <a:ext cx="742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7" name="axis-x">
            <a:extLst xmlns:a="http://schemas.openxmlformats.org/drawingml/2006/main">
              <a:ext uri="{FF2B5EF4-FFF2-40B4-BE49-F238E27FC236}">
                <a16:creationId xmlns:a16="http://schemas.microsoft.com/office/drawing/2014/main" id="{FC18D626-9A2C-4B49-9267-3D236304D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524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 xmlns:a="http://schemas.openxmlformats.org/drawingml/2006/main">
              <a:ext uri="{FF2B5EF4-FFF2-40B4-BE49-F238E27FC236}">
                <a16:creationId xmlns:a16="http://schemas.microsoft.com/office/drawing/2014/main" id="{AF845CD5-2E75-4323-A162-4B7414146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 xmlns:a="http://schemas.openxmlformats.org/drawingml/2006/main">
              <a:ext uri="{FF2B5EF4-FFF2-40B4-BE49-F238E27FC236}">
                <a16:creationId xmlns:a16="http://schemas.microsoft.com/office/drawing/2014/main" id="{57EFFF6B-5624-4A1A-9E13-85C9E4BF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719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 xmlns:a="http://schemas.openxmlformats.org/drawingml/2006/main">
              <a:ext uri="{FF2B5EF4-FFF2-40B4-BE49-F238E27FC236}">
                <a16:creationId xmlns:a16="http://schemas.microsoft.com/office/drawing/2014/main" id="{434CEE59-22AF-427C-AC02-A714E5DC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7195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 xmlns:a="http://schemas.openxmlformats.org/drawingml/2006/main">
              <a:ext uri="{FF2B5EF4-FFF2-40B4-BE49-F238E27FC236}">
                <a16:creationId xmlns:a16="http://schemas.microsoft.com/office/drawing/2014/main" id="{B43EFF1A-A919-4462-8382-CC3BE0A2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9555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 xmlns:a="http://schemas.openxmlformats.org/drawingml/2006/main">
              <a:ext uri="{FF2B5EF4-FFF2-40B4-BE49-F238E27FC236}">
                <a16:creationId xmlns:a16="http://schemas.microsoft.com/office/drawing/2014/main" id="{A6978F97-E81E-4030-BE10-276E21C5B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 xmlns:a="http://schemas.openxmlformats.org/drawingml/2006/main">
              <a:ext uri="{FF2B5EF4-FFF2-40B4-BE49-F238E27FC236}">
                <a16:creationId xmlns:a16="http://schemas.microsoft.com/office/drawing/2014/main" id="{04CCCAFE-C36A-48BA-8865-17805344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905500"/>
            <a:ext cx="7448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18636213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021C8946-0EAF-410A-8814-27BE3973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B28ADAF-2AF7-4DB6-BDDF-D7CD4EEF8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12FB7B42-CEDE-4A2C-96B3-6002A592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13/18</a:t>
            </a:r>
          </a:p>
        </p:txBody>
      </p:sp>
      <p:sp>
        <p:nvSpPr>
          <p:cNvPr id="4" name="tool-0">
            <a:extLst xmlns:a="http://schemas.openxmlformats.org/drawingml/2006/main">
              <a:ext uri="{FF2B5EF4-FFF2-40B4-BE49-F238E27FC236}">
                <a16:creationId xmlns:a16="http://schemas.microsoft.com/office/drawing/2014/main" id="{3EBD2EFB-6A87-4CCF-8A06-B8356B7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9621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 xmlns:a="http://schemas.openxmlformats.org/drawingml/2006/main">
              <a:ext uri="{FF2B5EF4-FFF2-40B4-BE49-F238E27FC236}">
                <a16:creationId xmlns:a16="http://schemas.microsoft.com/office/drawing/2014/main" id="{49D13622-AE03-4012-8CAE-9016E93C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574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 xmlns:a="http://schemas.openxmlformats.org/drawingml/2006/main">
              <a:ext uri="{FF2B5EF4-FFF2-40B4-BE49-F238E27FC236}">
                <a16:creationId xmlns:a16="http://schemas.microsoft.com/office/drawing/2014/main" id="{06790422-FFCD-419C-8FF3-E6113090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1907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7" name="tool-1">
            <a:extLst xmlns:a="http://schemas.openxmlformats.org/drawingml/2006/main">
              <a:ext uri="{FF2B5EF4-FFF2-40B4-BE49-F238E27FC236}">
                <a16:creationId xmlns:a16="http://schemas.microsoft.com/office/drawing/2014/main" id="{49833550-5BA3-484C-80B8-AF3AECB9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098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 xmlns:a="http://schemas.openxmlformats.org/drawingml/2006/main">
              <a:ext uri="{FF2B5EF4-FFF2-40B4-BE49-F238E27FC236}">
                <a16:creationId xmlns:a16="http://schemas.microsoft.com/office/drawing/2014/main" id="{A5FD3D0A-09BB-44B8-BA84-D095B39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7051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 xmlns:a="http://schemas.openxmlformats.org/drawingml/2006/main">
              <a:ext uri="{FF2B5EF4-FFF2-40B4-BE49-F238E27FC236}">
                <a16:creationId xmlns:a16="http://schemas.microsoft.com/office/drawing/2014/main" id="{D684B078-7E93-4BA5-854E-C0FAB33A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384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tool-2">
            <a:extLst xmlns:a="http://schemas.openxmlformats.org/drawingml/2006/main">
              <a:ext uri="{FF2B5EF4-FFF2-40B4-BE49-F238E27FC236}">
                <a16:creationId xmlns:a16="http://schemas.microsoft.com/office/drawing/2014/main" id="{E3FE9A04-C874-4DDE-9BC7-864CEEAC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 xmlns:a="http://schemas.openxmlformats.org/drawingml/2006/main">
              <a:ext uri="{FF2B5EF4-FFF2-40B4-BE49-F238E27FC236}">
                <a16:creationId xmlns:a16="http://schemas.microsoft.com/office/drawing/2014/main" id="{C14D5418-C941-4FB8-8B5E-1A120B72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528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 xmlns:a="http://schemas.openxmlformats.org/drawingml/2006/main">
              <a:ext uri="{FF2B5EF4-FFF2-40B4-BE49-F238E27FC236}">
                <a16:creationId xmlns:a16="http://schemas.microsoft.com/office/drawing/2014/main" id="{F377BE0D-C123-4FA0-BAF7-29E09867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861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3" name="tool-3">
            <a:extLst xmlns:a="http://schemas.openxmlformats.org/drawingml/2006/main">
              <a:ext uri="{FF2B5EF4-FFF2-40B4-BE49-F238E27FC236}">
                <a16:creationId xmlns:a16="http://schemas.microsoft.com/office/drawing/2014/main" id="{4C188345-7BF7-429D-BCA8-200CCBDB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 xmlns:a="http://schemas.openxmlformats.org/drawingml/2006/main">
              <a:ext uri="{FF2B5EF4-FFF2-40B4-BE49-F238E27FC236}">
                <a16:creationId xmlns:a16="http://schemas.microsoft.com/office/drawing/2014/main" id="{B3C18772-6673-4ECD-8B4B-352C957B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0005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 xmlns:a="http://schemas.openxmlformats.org/drawingml/2006/main">
              <a:ext uri="{FF2B5EF4-FFF2-40B4-BE49-F238E27FC236}">
                <a16:creationId xmlns:a16="http://schemas.microsoft.com/office/drawing/2014/main" id="{4C0A7886-1CB0-451D-B8A7-A710C832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1338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197197B0-065D-4F02-B464-0676A626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52950"/>
            <a:ext cx="1695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 xmlns:a="http://schemas.openxmlformats.org/drawingml/2006/main">
              <a:ext uri="{FF2B5EF4-FFF2-40B4-BE49-F238E27FC236}">
                <a16:creationId xmlns:a16="http://schemas.microsoft.com/office/drawing/2014/main" id="{25F9AB14-19CB-49B2-BD05-D19BAA16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4820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 xmlns:a="http://schemas.openxmlformats.org/drawingml/2006/main">
              <a:ext uri="{FF2B5EF4-FFF2-40B4-BE49-F238E27FC236}">
                <a16:creationId xmlns:a16="http://schemas.microsoft.com/office/drawing/2014/main" id="{3A2B7359-CA2F-461B-AFDD-86B058FB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815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00660675-4FE5-4786-B5B5-669DCFD8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10182230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2349D39-C703-4161-81B0-1F7D7838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3623852-08F8-4547-A685-B7211ED7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98729DB-58BD-4A48-B2DF-104E470D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14/18</a:t>
            </a:r>
          </a:p>
        </p:txBody>
      </p:sp>
      <p:sp>
        <p:nvSpPr>
          <p:cNvPr id="4" name="flow">
            <a:extLst xmlns:a="http://schemas.openxmlformats.org/drawingml/2006/main">
              <a:ext uri="{FF2B5EF4-FFF2-40B4-BE49-F238E27FC236}">
                <a16:creationId xmlns:a16="http://schemas.microsoft.com/office/drawing/2014/main" id="{83624A68-0FFC-45EC-91BF-507216CB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219450"/>
            <a:ext cx="800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D4DADD"/>
            </a:solidFill>
            <a:prstDash val="solid"/>
          </a:ln>
        </p:spPr>
      </p:sp>
      <p:sp>
        <p:nvSpPr>
          <p:cNvPr id="5" name="step-0">
            <a:extLst xmlns:a="http://schemas.openxmlformats.org/drawingml/2006/main">
              <a:ext uri="{FF2B5EF4-FFF2-40B4-BE49-F238E27FC236}">
                <a16:creationId xmlns:a16="http://schemas.microsoft.com/office/drawing/2014/main" id="{4746CA18-8596-49D9-8163-18556909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 xmlns:a="http://schemas.openxmlformats.org/drawingml/2006/main">
              <a:ext uri="{FF2B5EF4-FFF2-40B4-BE49-F238E27FC236}">
                <a16:creationId xmlns:a16="http://schemas.microsoft.com/office/drawing/2014/main" id="{62A74E53-4956-49B9-A2E2-9CAF4A18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3AB3AA99-7283-4260-AF45-A4EE8189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 xmlns:a="http://schemas.openxmlformats.org/drawingml/2006/main">
              <a:ext uri="{FF2B5EF4-FFF2-40B4-BE49-F238E27FC236}">
                <a16:creationId xmlns:a16="http://schemas.microsoft.com/office/drawing/2014/main" id="{47DA9028-2451-4ED9-A31A-7110E964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47734B2F-6721-4707-99AC-705265AF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2859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 xmlns:a="http://schemas.openxmlformats.org/drawingml/2006/main">
              <a:ext uri="{FF2B5EF4-FFF2-40B4-BE49-F238E27FC236}">
                <a16:creationId xmlns:a16="http://schemas.microsoft.com/office/drawing/2014/main" id="{6C9F3B4F-A2A5-4DD3-B943-1DACC0CA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 xmlns:a="http://schemas.openxmlformats.org/drawingml/2006/main">
              <a:ext uri="{FF2B5EF4-FFF2-40B4-BE49-F238E27FC236}">
                <a16:creationId xmlns:a16="http://schemas.microsoft.com/office/drawing/2014/main" id="{F64C5801-5EC0-4D8E-8E24-228BDF58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724150"/>
            <a:ext cx="1619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6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 xmlns:a="http://schemas.openxmlformats.org/drawingml/2006/main">
              <a:ext uri="{FF2B5EF4-FFF2-40B4-BE49-F238E27FC236}">
                <a16:creationId xmlns:a16="http://schemas.microsoft.com/office/drawing/2014/main" id="{F1B73386-69EA-4C7B-9A73-AE457F41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19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 xmlns:a="http://schemas.openxmlformats.org/drawingml/2006/main">
              <a:ext uri="{FF2B5EF4-FFF2-40B4-BE49-F238E27FC236}">
                <a16:creationId xmlns:a16="http://schemas.microsoft.com/office/drawing/2014/main" id="{E9F48E2B-F017-4943-9101-191D76FD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62500"/>
            <a:ext cx="81915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example-text">
            <a:extLst xmlns:a="http://schemas.openxmlformats.org/drawingml/2006/main">
              <a:ext uri="{FF2B5EF4-FFF2-40B4-BE49-F238E27FC236}">
                <a16:creationId xmlns:a16="http://schemas.microsoft.com/office/drawing/2014/main" id="{5BA594DC-B43D-48A0-ACDA-16BE3E971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9911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5458485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7CE8301D-49FA-4F39-8DF0-2B873117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C0C578-DFCA-44C1-ACDB-5EB72B95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B13ADFB-B5D1-4147-AF1E-25C8B27AC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15/18</a:t>
            </a:r>
          </a:p>
        </p:txBody>
      </p:sp>
      <p:sp>
        <p:nvSpPr>
          <p:cNvPr id="4" name="f-0">
            <a:extLst xmlns:a="http://schemas.openxmlformats.org/drawingml/2006/main">
              <a:ext uri="{FF2B5EF4-FFF2-40B4-BE49-F238E27FC236}">
                <a16:creationId xmlns:a16="http://schemas.microsoft.com/office/drawing/2014/main" id="{59D3B455-C74A-414D-AC03-A3F89FCF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f-title-0">
            <a:extLst xmlns:a="http://schemas.openxmlformats.org/drawingml/2006/main">
              <a:ext uri="{FF2B5EF4-FFF2-40B4-BE49-F238E27FC236}">
                <a16:creationId xmlns:a16="http://schemas.microsoft.com/office/drawing/2014/main" id="{361196F3-B825-47E6-8753-AA3EE2E5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 xmlns:a="http://schemas.openxmlformats.org/drawingml/2006/main">
              <a:ext uri="{FF2B5EF4-FFF2-40B4-BE49-F238E27FC236}">
                <a16:creationId xmlns:a16="http://schemas.microsoft.com/office/drawing/2014/main" id="{9C7D20F1-59F5-4FD8-AB1C-FE47426C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 xmlns:a="http://schemas.openxmlformats.org/drawingml/2006/main">
              <a:ext uri="{FF2B5EF4-FFF2-40B4-BE49-F238E27FC236}">
                <a16:creationId xmlns:a16="http://schemas.microsoft.com/office/drawing/2014/main" id="{15EF1643-BEAA-4D39-8376-4C7B4B9E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f-title-1">
            <a:extLst xmlns:a="http://schemas.openxmlformats.org/drawingml/2006/main">
              <a:ext uri="{FF2B5EF4-FFF2-40B4-BE49-F238E27FC236}">
                <a16:creationId xmlns:a16="http://schemas.microsoft.com/office/drawing/2014/main" id="{E1CDE5BC-2093-4EB6-A6F9-B1A3A400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 xmlns:a="http://schemas.openxmlformats.org/drawingml/2006/main">
              <a:ext uri="{FF2B5EF4-FFF2-40B4-BE49-F238E27FC236}">
                <a16:creationId xmlns:a16="http://schemas.microsoft.com/office/drawing/2014/main" id="{354B053E-184B-4278-876D-D81C7183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 xmlns:a="http://schemas.openxmlformats.org/drawingml/2006/main">
              <a:ext uri="{FF2B5EF4-FFF2-40B4-BE49-F238E27FC236}">
                <a16:creationId xmlns:a16="http://schemas.microsoft.com/office/drawing/2014/main" id="{D5DF781E-A1DA-4DCC-8289-88D2742F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193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f-title-2">
            <a:extLst xmlns:a="http://schemas.openxmlformats.org/drawingml/2006/main">
              <a:ext uri="{FF2B5EF4-FFF2-40B4-BE49-F238E27FC236}">
                <a16:creationId xmlns:a16="http://schemas.microsoft.com/office/drawing/2014/main" id="{2A6B9021-15A9-4205-8BEE-6E334082F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28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 xmlns:a="http://schemas.openxmlformats.org/drawingml/2006/main">
              <a:ext uri="{FF2B5EF4-FFF2-40B4-BE49-F238E27FC236}">
                <a16:creationId xmlns:a16="http://schemas.microsoft.com/office/drawing/2014/main" id="{FF3D73C5-76DF-4A81-B331-DFBBB1E1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098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 xmlns:a="http://schemas.openxmlformats.org/drawingml/2006/main">
              <a:ext uri="{FF2B5EF4-FFF2-40B4-BE49-F238E27FC236}">
                <a16:creationId xmlns:a16="http://schemas.microsoft.com/office/drawing/2014/main" id="{A911E823-10B9-4D9F-8CE3-CEE58E864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f-title-3">
            <a:extLst xmlns:a="http://schemas.openxmlformats.org/drawingml/2006/main">
              <a:ext uri="{FF2B5EF4-FFF2-40B4-BE49-F238E27FC236}">
                <a16:creationId xmlns:a16="http://schemas.microsoft.com/office/drawing/2014/main" id="{5A1C1CD5-9A89-4EBA-81CE-462311D5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 xmlns:a="http://schemas.openxmlformats.org/drawingml/2006/main">
              <a:ext uri="{FF2B5EF4-FFF2-40B4-BE49-F238E27FC236}">
                <a16:creationId xmlns:a16="http://schemas.microsoft.com/office/drawing/2014/main" id="{37667477-1937-4522-AB5B-EA0EFB98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 xmlns:a="http://schemas.openxmlformats.org/drawingml/2006/main">
              <a:ext uri="{FF2B5EF4-FFF2-40B4-BE49-F238E27FC236}">
                <a16:creationId xmlns:a16="http://schemas.microsoft.com/office/drawing/2014/main" id="{19B286CF-C5C8-4EC2-84E4-C780B914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7" name="f-title-4">
            <a:extLst xmlns:a="http://schemas.openxmlformats.org/drawingml/2006/main">
              <a:ext uri="{FF2B5EF4-FFF2-40B4-BE49-F238E27FC236}">
                <a16:creationId xmlns:a16="http://schemas.microsoft.com/office/drawing/2014/main" id="{8F60A7B3-A609-44A2-8A1A-95CAD04A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 xmlns:a="http://schemas.openxmlformats.org/drawingml/2006/main">
              <a:ext uri="{FF2B5EF4-FFF2-40B4-BE49-F238E27FC236}">
                <a16:creationId xmlns:a16="http://schemas.microsoft.com/office/drawing/2014/main" id="{2A4CBA9A-4D5E-463E-8F8C-5BAA2900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 xmlns:a="http://schemas.openxmlformats.org/drawingml/2006/main">
              <a:ext uri="{FF2B5EF4-FFF2-40B4-BE49-F238E27FC236}">
                <a16:creationId xmlns:a16="http://schemas.microsoft.com/office/drawing/2014/main" id="{3BEE8EC4-03DE-4FC9-9C49-2E10B23E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429000"/>
            <a:ext cx="29337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0" name="f-title-5">
            <a:extLst xmlns:a="http://schemas.openxmlformats.org/drawingml/2006/main">
              <a:ext uri="{FF2B5EF4-FFF2-40B4-BE49-F238E27FC236}">
                <a16:creationId xmlns:a16="http://schemas.microsoft.com/office/drawing/2014/main" id="{BEB1C0A2-B521-43BF-8AAA-6D7C5D56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38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 xmlns:a="http://schemas.openxmlformats.org/drawingml/2006/main">
              <a:ext uri="{FF2B5EF4-FFF2-40B4-BE49-F238E27FC236}">
                <a16:creationId xmlns:a16="http://schemas.microsoft.com/office/drawing/2014/main" id="{819B457A-D68B-414E-A25B-41AB7F77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195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 xmlns:a="http://schemas.openxmlformats.org/drawingml/2006/main">
              <a:ext uri="{FF2B5EF4-FFF2-40B4-BE49-F238E27FC236}">
                <a16:creationId xmlns:a16="http://schemas.microsoft.com/office/drawing/2014/main" id="{95268BD4-3056-4FF4-BA00-CE8FE2F62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626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83790831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5A2AF277-8E07-4506-BA82-174EC122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2227BC-1CF4-4169-9A8A-39EF4BF2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832D6652-F7CC-467C-B27D-77BEACBE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16/18</a:t>
            </a:r>
          </a:p>
        </p:txBody>
      </p:sp>
      <p:sp>
        <p:nvSpPr>
          <p:cNvPr id="4" name="case-0">
            <a:extLst xmlns:a="http://schemas.openxmlformats.org/drawingml/2006/main">
              <a:ext uri="{FF2B5EF4-FFF2-40B4-BE49-F238E27FC236}">
                <a16:creationId xmlns:a16="http://schemas.microsoft.com/office/drawing/2014/main" id="{5BC32DF1-DA5C-4D21-9802-6164445A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5" name="case-label-0">
            <a:extLst xmlns:a="http://schemas.openxmlformats.org/drawingml/2006/main">
              <a:ext uri="{FF2B5EF4-FFF2-40B4-BE49-F238E27FC236}">
                <a16:creationId xmlns:a16="http://schemas.microsoft.com/office/drawing/2014/main" id="{07857F83-C98E-46D0-835B-9BDEC22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 xmlns:a="http://schemas.openxmlformats.org/drawingml/2006/main">
              <a:ext uri="{FF2B5EF4-FFF2-40B4-BE49-F238E27FC236}">
                <a16:creationId xmlns:a16="http://schemas.microsoft.com/office/drawing/2014/main" id="{4D07F5B5-CC9D-40C7-B1E3-2E82BCC9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 xmlns:a="http://schemas.openxmlformats.org/drawingml/2006/main">
              <a:ext uri="{FF2B5EF4-FFF2-40B4-BE49-F238E27FC236}">
                <a16:creationId xmlns:a16="http://schemas.microsoft.com/office/drawing/2014/main" id="{C479ED0E-E2E4-40F2-BCC8-EB9CA4FD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8" name="case-label-1">
            <a:extLst xmlns:a="http://schemas.openxmlformats.org/drawingml/2006/main">
              <a:ext uri="{FF2B5EF4-FFF2-40B4-BE49-F238E27FC236}">
                <a16:creationId xmlns:a16="http://schemas.microsoft.com/office/drawing/2014/main" id="{44B15A82-7A55-47DD-9771-7BF9254A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 xmlns:a="http://schemas.openxmlformats.org/drawingml/2006/main">
              <a:ext uri="{FF2B5EF4-FFF2-40B4-BE49-F238E27FC236}">
                <a16:creationId xmlns:a16="http://schemas.microsoft.com/office/drawing/2014/main" id="{8FDB2FBD-957F-4EFB-9DD3-D389F493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 xmlns:a="http://schemas.openxmlformats.org/drawingml/2006/main">
              <a:ext uri="{FF2B5EF4-FFF2-40B4-BE49-F238E27FC236}">
                <a16:creationId xmlns:a16="http://schemas.microsoft.com/office/drawing/2014/main" id="{E55FD6BA-72A8-4204-BE50-64FAB83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29908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1" name="case-label-2">
            <a:extLst xmlns:a="http://schemas.openxmlformats.org/drawingml/2006/main">
              <a:ext uri="{FF2B5EF4-FFF2-40B4-BE49-F238E27FC236}">
                <a16:creationId xmlns:a16="http://schemas.microsoft.com/office/drawing/2014/main" id="{8D148CF7-A9AD-4CBA-A4B2-C8E1FEEC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 xmlns:a="http://schemas.openxmlformats.org/drawingml/2006/main">
              <a:ext uri="{FF2B5EF4-FFF2-40B4-BE49-F238E27FC236}">
                <a16:creationId xmlns:a16="http://schemas.microsoft.com/office/drawing/2014/main" id="{91C77BFE-3D18-45C1-9757-59F58455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0515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 xmlns:a="http://schemas.openxmlformats.org/drawingml/2006/main">
              <a:ext uri="{FF2B5EF4-FFF2-40B4-BE49-F238E27FC236}">
                <a16:creationId xmlns:a16="http://schemas.microsoft.com/office/drawing/2014/main" id="{1BCD8B36-4E17-43AB-8CFC-A32B32BB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1054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194427750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6154FFB5-FE2A-45EC-9D1D-E9374B63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AF71BC3-C7E2-4266-A2C8-43F7EF6F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0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DFAF5D03-2BB5-4ACC-A6E6-473789BD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17/18</a:t>
            </a:r>
          </a:p>
        </p:txBody>
      </p:sp>
      <p:sp>
        <p:nvSpPr>
          <p:cNvPr id="4" name="worksheet-0">
            <a:extLst xmlns:a="http://schemas.openxmlformats.org/drawingml/2006/main">
              <a:ext uri="{FF2B5EF4-FFF2-40B4-BE49-F238E27FC236}">
                <a16:creationId xmlns:a16="http://schemas.microsoft.com/office/drawing/2014/main" id="{FEB3FDBC-B0C1-437C-870D-B298E4C8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5" name="worksheet-head-0">
            <a:extLst xmlns:a="http://schemas.openxmlformats.org/drawingml/2006/main">
              <a:ext uri="{FF2B5EF4-FFF2-40B4-BE49-F238E27FC236}">
                <a16:creationId xmlns:a16="http://schemas.microsoft.com/office/drawing/2014/main" id="{5F68EABB-2747-4EDD-B584-FB3997A6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 xmlns:a="http://schemas.openxmlformats.org/drawingml/2006/main">
              <a:ext uri="{FF2B5EF4-FFF2-40B4-BE49-F238E27FC236}">
                <a16:creationId xmlns:a16="http://schemas.microsoft.com/office/drawing/2014/main" id="{4BB4B4EB-8EC8-4BD9-9F1B-0653A445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 xmlns:a="http://schemas.openxmlformats.org/drawingml/2006/main">
              <a:ext uri="{FF2B5EF4-FFF2-40B4-BE49-F238E27FC236}">
                <a16:creationId xmlns:a16="http://schemas.microsoft.com/office/drawing/2014/main" id="{A49C1C2E-D1CE-4FA9-AE78-0B63401D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8" name="worksheet-head-1">
            <a:extLst xmlns:a="http://schemas.openxmlformats.org/drawingml/2006/main">
              <a:ext uri="{FF2B5EF4-FFF2-40B4-BE49-F238E27FC236}">
                <a16:creationId xmlns:a16="http://schemas.microsoft.com/office/drawing/2014/main" id="{E198C3DF-783A-4277-92CE-7B55FD274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 xmlns:a="http://schemas.openxmlformats.org/drawingml/2006/main">
              <a:ext uri="{FF2B5EF4-FFF2-40B4-BE49-F238E27FC236}">
                <a16:creationId xmlns:a16="http://schemas.microsoft.com/office/drawing/2014/main" id="{D9BC7676-616B-4EF8-A25C-E0ABB7A7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 xmlns:a="http://schemas.openxmlformats.org/drawingml/2006/main">
              <a:ext uri="{FF2B5EF4-FFF2-40B4-BE49-F238E27FC236}">
                <a16:creationId xmlns:a16="http://schemas.microsoft.com/office/drawing/2014/main" id="{7F331401-F7AA-4FEE-9FE5-B6C1F227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1" name="worksheet-head-2">
            <a:extLst xmlns:a="http://schemas.openxmlformats.org/drawingml/2006/main">
              <a:ext uri="{FF2B5EF4-FFF2-40B4-BE49-F238E27FC236}">
                <a16:creationId xmlns:a16="http://schemas.microsoft.com/office/drawing/2014/main" id="{6EBBB75D-D062-472E-8E84-24D38418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 xmlns:a="http://schemas.openxmlformats.org/drawingml/2006/main">
              <a:ext uri="{FF2B5EF4-FFF2-40B4-BE49-F238E27FC236}">
                <a16:creationId xmlns:a16="http://schemas.microsoft.com/office/drawing/2014/main" id="{400BFEB5-D75B-41ED-8264-30EC0BED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 xmlns:a="http://schemas.openxmlformats.org/drawingml/2006/main">
              <a:ext uri="{FF2B5EF4-FFF2-40B4-BE49-F238E27FC236}">
                <a16:creationId xmlns:a16="http://schemas.microsoft.com/office/drawing/2014/main" id="{2E4F6E99-3B5F-419A-8233-A477F07C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worksheet-head-3">
            <a:extLst xmlns:a="http://schemas.openxmlformats.org/drawingml/2006/main">
              <a:ext uri="{FF2B5EF4-FFF2-40B4-BE49-F238E27FC236}">
                <a16:creationId xmlns:a16="http://schemas.microsoft.com/office/drawing/2014/main" id="{BDA1ECF5-EA7C-45FD-9EFC-1B73EA0F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 xmlns:a="http://schemas.openxmlformats.org/drawingml/2006/main">
              <a:ext uri="{FF2B5EF4-FFF2-40B4-BE49-F238E27FC236}">
                <a16:creationId xmlns:a16="http://schemas.microsoft.com/office/drawing/2014/main" id="{DC00F2B1-EA06-40CB-A406-84462273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 xmlns:a="http://schemas.openxmlformats.org/drawingml/2006/main">
              <a:ext uri="{FF2B5EF4-FFF2-40B4-BE49-F238E27FC236}">
                <a16:creationId xmlns:a16="http://schemas.microsoft.com/office/drawing/2014/main" id="{E1555626-CB3F-48D0-8EFE-7A446CDC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05050"/>
            <a:ext cx="1752600" cy="188595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worksheet-head-4">
            <a:extLst xmlns:a="http://schemas.openxmlformats.org/drawingml/2006/main">
              <a:ext uri="{FF2B5EF4-FFF2-40B4-BE49-F238E27FC236}">
                <a16:creationId xmlns:a16="http://schemas.microsoft.com/office/drawing/2014/main" id="{DAE89186-67E8-4C1F-9A4D-280AE044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 xmlns:a="http://schemas.openxmlformats.org/drawingml/2006/main">
              <a:ext uri="{FF2B5EF4-FFF2-40B4-BE49-F238E27FC236}">
                <a16:creationId xmlns:a16="http://schemas.microsoft.com/office/drawing/2014/main" id="{52489414-D5BF-4C44-8D43-BE958AC8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432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 xmlns:a="http://schemas.openxmlformats.org/drawingml/2006/main">
              <a:ext uri="{FF2B5EF4-FFF2-40B4-BE49-F238E27FC236}">
                <a16:creationId xmlns:a16="http://schemas.microsoft.com/office/drawing/2014/main" id="{BBEDDB48-501A-49A8-AC67-6DDF971F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95850"/>
            <a:ext cx="82677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20" name="deliverable-text">
            <a:extLst xmlns:a="http://schemas.openxmlformats.org/drawingml/2006/main">
              <a:ext uri="{FF2B5EF4-FFF2-40B4-BE49-F238E27FC236}">
                <a16:creationId xmlns:a16="http://schemas.microsoft.com/office/drawing/2014/main" id="{413BF937-17E2-4111-8E23-8307881A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6730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658344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ransition-title">
            <a:extLst xmlns:a="http://schemas.openxmlformats.org/drawingml/2006/main">
              <a:ext uri="{FF2B5EF4-FFF2-40B4-BE49-F238E27FC236}">
                <a16:creationId xmlns:a16="http://schemas.microsoft.com/office/drawing/2014/main" id="{F82FC760-A1FB-4DE8-9119-982F15125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143000"/>
            <a:ext cx="533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 xmlns:a="http://schemas.openxmlformats.org/drawingml/2006/main">
              <a:ext uri="{FF2B5EF4-FFF2-40B4-BE49-F238E27FC236}">
                <a16:creationId xmlns:a16="http://schemas.microsoft.com/office/drawing/2014/main" id="{F58FB0BA-EE7B-41BB-AE05-6150C309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">
            <a:extLst xmlns:a="http://schemas.openxmlformats.org/drawingml/2006/main">
              <a:ext uri="{FF2B5EF4-FFF2-40B4-BE49-F238E27FC236}">
                <a16:creationId xmlns:a16="http://schemas.microsoft.com/office/drawing/2014/main" id="{4CC2FDA9-CE46-4D89-9F9B-3EDD00FF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86000"/>
            <a:ext cx="16002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12859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4" name="context">
            <a:extLst xmlns:a="http://schemas.openxmlformats.org/drawingml/2006/main">
              <a:ext uri="{FF2B5EF4-FFF2-40B4-BE49-F238E27FC236}">
                <a16:creationId xmlns:a16="http://schemas.microsoft.com/office/drawing/2014/main" id="{EABD51A3-B0AE-4122-8224-1F96B2E0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3906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tools">
            <a:extLst xmlns:a="http://schemas.openxmlformats.org/drawingml/2006/main">
              <a:ext uri="{FF2B5EF4-FFF2-40B4-BE49-F238E27FC236}">
                <a16:creationId xmlns:a16="http://schemas.microsoft.com/office/drawing/2014/main" id="{94F8F4AF-01E9-4D07-8451-CED1B0B0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38550"/>
            <a:ext cx="11811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6" name="verify">
            <a:extLst xmlns:a="http://schemas.openxmlformats.org/drawingml/2006/main">
              <a:ext uri="{FF2B5EF4-FFF2-40B4-BE49-F238E27FC236}">
                <a16:creationId xmlns:a16="http://schemas.microsoft.com/office/drawing/2014/main" id="{D57FDFFD-39DC-47CE-92E4-A049599B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12573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6313A"/>
          </a:solidFill>
          <a:ln xmlns:a="http://schemas.openxmlformats.org/drawingml/2006/main" w="12859">
            <a:solidFill>
              <a:srgbClr val="8C98A1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00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7" name="l1">
            <a:extLst xmlns:a="http://schemas.openxmlformats.org/drawingml/2006/main">
              <a:ext uri="{FF2B5EF4-FFF2-40B4-BE49-F238E27FC236}">
                <a16:creationId xmlns:a16="http://schemas.microsoft.com/office/drawing/2014/main" id="{77739BC4-FB2B-420A-8785-6B76E447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47950"/>
            <a:ext cx="4000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8" name="l2">
            <a:extLst xmlns:a="http://schemas.openxmlformats.org/drawingml/2006/main">
              <a:ext uri="{FF2B5EF4-FFF2-40B4-BE49-F238E27FC236}">
                <a16:creationId xmlns:a16="http://schemas.microsoft.com/office/drawing/2014/main" id="{3316E0CC-C8CB-4323-822A-BE389B58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47950"/>
            <a:ext cx="323850" cy="1219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9" name="l3">
            <a:extLst xmlns:a="http://schemas.openxmlformats.org/drawingml/2006/main">
              <a:ext uri="{FF2B5EF4-FFF2-40B4-BE49-F238E27FC236}">
                <a16:creationId xmlns:a16="http://schemas.microsoft.com/office/drawing/2014/main" id="{44E122CF-0D8A-4F07-8C9D-9DFA8874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57150" cy="1828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2616D"/>
            </a:solidFill>
            <a:prstDash val="solid"/>
          </a:ln>
        </p:spPr>
      </p:sp>
      <p:sp>
        <p:nvSpPr>
          <p:cNvPr id="10" name="wrap">
            <a:extLst xmlns:a="http://schemas.openxmlformats.org/drawingml/2006/main">
              <a:ext uri="{FF2B5EF4-FFF2-40B4-BE49-F238E27FC236}">
                <a16:creationId xmlns:a16="http://schemas.microsoft.com/office/drawing/2014/main" id="{B73AAEEB-8798-48DE-A227-C98D82DB1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9585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 xmlns:a="http://schemas.openxmlformats.org/drawingml/2006/main">
              <a:ext uri="{FF2B5EF4-FFF2-40B4-BE49-F238E27FC236}">
                <a16:creationId xmlns:a16="http://schemas.microsoft.com/office/drawing/2014/main" id="{481C6489-C6FA-4F74-A131-092F5581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18/18</a:t>
            </a:r>
          </a:p>
        </p:txBody>
      </p:sp>
    </p:spTree>
    <p:extLst>
      <p:ext uri="{BB962C8B-B14F-4D97-AF65-F5344CB8AC3E}">
        <p14:creationId xmlns:p14="http://schemas.microsoft.com/office/powerpoint/2010/main" val="9187518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2026-07-05T07:48:42.4350000Z</dcterms:created>
  <dcterms:modified xsi:type="dcterms:W3CDTF">2026-07-05T07:48:42.4350000Z</dcterms:modified>
</coreProperties>
</file>