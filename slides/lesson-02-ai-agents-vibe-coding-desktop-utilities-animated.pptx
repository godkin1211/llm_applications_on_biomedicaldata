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715c3548814a47" /><Relationship Type="http://schemas.openxmlformats.org/officeDocument/2006/relationships/extended-properties" Target="/docProps/app.xml" Id="Rf88eee2cccdf4fd0" /><Relationship Type="http://schemas.openxmlformats.org/officeDocument/2006/relationships/officeDocument" Target="/ppt/presentation.xml" Id="Rec73cb45894d42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5c4b0c2c4a456f"/>
  </p:sldMasterIdLst>
  <p:notesMasterIdLst>
    <p:notesMasterId xmlns:r="http://schemas.openxmlformats.org/officeDocument/2006/relationships" r:id="Rf7efdf2649b44b8a"/>
  </p:notesMasterIdLst>
  <p:sldIdLst>
    <p:sldId xmlns:r="http://schemas.openxmlformats.org/officeDocument/2006/relationships" id="256" r:id="Rbb0054f5e4724c2d"/>
    <p:sldId xmlns:r="http://schemas.openxmlformats.org/officeDocument/2006/relationships" id="257" r:id="R5acbeb78e0a14898"/>
    <p:sldId xmlns:r="http://schemas.openxmlformats.org/officeDocument/2006/relationships" id="258" r:id="Rda6aae61a9784751"/>
    <p:sldId xmlns:r="http://schemas.openxmlformats.org/officeDocument/2006/relationships" id="259" r:id="R585de240f53a44a2"/>
    <p:sldId xmlns:r="http://schemas.openxmlformats.org/officeDocument/2006/relationships" id="260" r:id="R0289955335eb48cc"/>
    <p:sldId xmlns:r="http://schemas.openxmlformats.org/officeDocument/2006/relationships" id="261" r:id="Rd9fe28ded49d41aa"/>
    <p:sldId xmlns:r="http://schemas.openxmlformats.org/officeDocument/2006/relationships" id="262" r:id="Rf4bd8f553e014bbf"/>
    <p:sldId xmlns:r="http://schemas.openxmlformats.org/officeDocument/2006/relationships" id="263" r:id="R1c5081723c664e2b"/>
    <p:sldId xmlns:r="http://schemas.openxmlformats.org/officeDocument/2006/relationships" id="264" r:id="R00f832f27ad646a8"/>
    <p:sldId xmlns:r="http://schemas.openxmlformats.org/officeDocument/2006/relationships" id="265" r:id="R01734feb4dfd4ee5"/>
    <p:sldId xmlns:r="http://schemas.openxmlformats.org/officeDocument/2006/relationships" id="266" r:id="Rc321da6a9d734dc8"/>
    <p:sldId xmlns:r="http://schemas.openxmlformats.org/officeDocument/2006/relationships" id="267" r:id="R9091666d00e34db2"/>
    <p:sldId xmlns:r="http://schemas.openxmlformats.org/officeDocument/2006/relationships" id="268" r:id="R2f434ae526094a38"/>
    <p:sldId xmlns:r="http://schemas.openxmlformats.org/officeDocument/2006/relationships" id="269" r:id="R86fe48eca5364608"/>
    <p:sldId xmlns:r="http://schemas.openxmlformats.org/officeDocument/2006/relationships" id="270" r:id="Rcb0fd2955cb44956"/>
    <p:sldId xmlns:r="http://schemas.openxmlformats.org/officeDocument/2006/relationships" id="271" r:id="R00f50990a5a847f2"/>
    <p:sldId xmlns:r="http://schemas.openxmlformats.org/officeDocument/2006/relationships" id="272" r:id="R41b613210081457e"/>
    <p:sldId xmlns:r="http://schemas.openxmlformats.org/officeDocument/2006/relationships" id="273" r:id="R5fc1df2ec4d34fae"/>
    <p:sldId xmlns:r="http://schemas.openxmlformats.org/officeDocument/2006/relationships" id="274" r:id="R54b14d27fd624d76"/>
    <p:sldId xmlns:r="http://schemas.openxmlformats.org/officeDocument/2006/relationships" id="275" r:id="R48e342a5dd434f53"/>
    <p:sldId xmlns:r="http://schemas.openxmlformats.org/officeDocument/2006/relationships" id="276" r:id="R613ef71dba1e4a3e"/>
    <p:sldId xmlns:r="http://schemas.openxmlformats.org/officeDocument/2006/relationships" id="277" r:id="R9dc3c53989a74ac9"/>
    <p:sldId xmlns:r="http://schemas.openxmlformats.org/officeDocument/2006/relationships" id="278" r:id="R6633d930dfa2459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0685ea6bf94ee0" /><Relationship Type="http://schemas.openxmlformats.org/officeDocument/2006/relationships/slideMaster" Target="/ppt/slideMasters/slideMaster1.xml" Id="Rde5c4b0c2c4a456f" /><Relationship Type="http://schemas.openxmlformats.org/officeDocument/2006/relationships/notesMaster" Target="/ppt/notesMasters/notesMaster1.xml" Id="Rf7efdf2649b44b8a" /><Relationship Type="http://schemas.openxmlformats.org/officeDocument/2006/relationships/presProps" Target="/ppt/presProps.xml" Id="R7d0281d17b2148a3" /><Relationship Type="http://schemas.openxmlformats.org/officeDocument/2006/relationships/tableStyles" Target="/ppt/tableStyles.xml" Id="R059ac004735d4fe2" /><Relationship Type="http://schemas.openxmlformats.org/officeDocument/2006/relationships/slide" Target="/ppt/slides/slide1.xml" Id="Rbb0054f5e4724c2d" /><Relationship Type="http://schemas.openxmlformats.org/officeDocument/2006/relationships/slide" Target="/ppt/slides/slide2.xml" Id="R5acbeb78e0a14898" /><Relationship Type="http://schemas.openxmlformats.org/officeDocument/2006/relationships/slide" Target="/ppt/slides/slide3.xml" Id="Rda6aae61a9784751" /><Relationship Type="http://schemas.openxmlformats.org/officeDocument/2006/relationships/slide" Target="/ppt/slides/slide4.xml" Id="R585de240f53a44a2" /><Relationship Type="http://schemas.openxmlformats.org/officeDocument/2006/relationships/slide" Target="/ppt/slides/slide5.xml" Id="R0289955335eb48cc" /><Relationship Type="http://schemas.openxmlformats.org/officeDocument/2006/relationships/slide" Target="/ppt/slides/slide6.xml" Id="Rd9fe28ded49d41aa" /><Relationship Type="http://schemas.openxmlformats.org/officeDocument/2006/relationships/slide" Target="/ppt/slides/slide7.xml" Id="Rf4bd8f553e014bbf" /><Relationship Type="http://schemas.openxmlformats.org/officeDocument/2006/relationships/slide" Target="/ppt/slides/slide8.xml" Id="R1c5081723c664e2b" /><Relationship Type="http://schemas.openxmlformats.org/officeDocument/2006/relationships/slide" Target="/ppt/slides/slide9.xml" Id="R00f832f27ad646a8" /><Relationship Type="http://schemas.openxmlformats.org/officeDocument/2006/relationships/slide" Target="/ppt/slides/slide10.xml" Id="R01734feb4dfd4ee5" /><Relationship Type="http://schemas.openxmlformats.org/officeDocument/2006/relationships/slide" Target="/ppt/slides/slide11.xml" Id="Rc321da6a9d734dc8" /><Relationship Type="http://schemas.openxmlformats.org/officeDocument/2006/relationships/slide" Target="/ppt/slides/slide12.xml" Id="R9091666d00e34db2" /><Relationship Type="http://schemas.openxmlformats.org/officeDocument/2006/relationships/slide" Target="/ppt/slides/slide13.xml" Id="R2f434ae526094a38" /><Relationship Type="http://schemas.openxmlformats.org/officeDocument/2006/relationships/slide" Target="/ppt/slides/slide14.xml" Id="R86fe48eca5364608" /><Relationship Type="http://schemas.openxmlformats.org/officeDocument/2006/relationships/slide" Target="/ppt/slides/slide15.xml" Id="Rcb0fd2955cb44956" /><Relationship Type="http://schemas.openxmlformats.org/officeDocument/2006/relationships/slide" Target="/ppt/slides/slide16.xml" Id="R00f50990a5a847f2" /><Relationship Type="http://schemas.openxmlformats.org/officeDocument/2006/relationships/slide" Target="/ppt/slides/slide17.xml" Id="R41b613210081457e" /><Relationship Type="http://schemas.openxmlformats.org/officeDocument/2006/relationships/slide" Target="/ppt/slides/slide18.xml" Id="R5fc1df2ec4d34fae" /><Relationship Type="http://schemas.openxmlformats.org/officeDocument/2006/relationships/slide" Target="/ppt/slides/slide19.xml" Id="R54b14d27fd624d76" /><Relationship Type="http://schemas.openxmlformats.org/officeDocument/2006/relationships/slide" Target="/ppt/slides/slide20.xml" Id="R48e342a5dd434f53" /><Relationship Type="http://schemas.openxmlformats.org/officeDocument/2006/relationships/slide" Target="/ppt/slides/slide21.xml" Id="R613ef71dba1e4a3e" /><Relationship Type="http://schemas.openxmlformats.org/officeDocument/2006/relationships/slide" Target="/ppt/slides/slide22.xml" Id="R9dc3c53989a74ac9" /><Relationship Type="http://schemas.openxmlformats.org/officeDocument/2006/relationships/slide" Target="/ppt/slides/slide23.xml" Id="R6633d930dfa245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15bf00d6254f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209c3713574b98" /><Relationship Type="http://schemas.openxmlformats.org/officeDocument/2006/relationships/notesMaster" Target="/ppt/notesMasters/notesMaster1.xml" Id="R64c9ec6a3b7d46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7689a0391d4cea" /><Relationship Type="http://schemas.openxmlformats.org/officeDocument/2006/relationships/notesMaster" Target="/ppt/notesMasters/notesMaster1.xml" Id="R6edeb994b3da46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42d5677f52467a" /><Relationship Type="http://schemas.openxmlformats.org/officeDocument/2006/relationships/notesMaster" Target="/ppt/notesMasters/notesMaster1.xml" Id="R1c1898a1c4a34d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fe7bee2a494344" /><Relationship Type="http://schemas.openxmlformats.org/officeDocument/2006/relationships/notesMaster" Target="/ppt/notesMasters/notesMaster1.xml" Id="R07d032e1607b4e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1c2c7ccdb4421f" /><Relationship Type="http://schemas.openxmlformats.org/officeDocument/2006/relationships/notesMaster" Target="/ppt/notesMasters/notesMaster1.xml" Id="R0b7949f6c59342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200e2310fb471c" /><Relationship Type="http://schemas.openxmlformats.org/officeDocument/2006/relationships/notesMaster" Target="/ppt/notesMasters/notesMaster1.xml" Id="Rd9f0be4fecfe43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07216b8fa34402" /><Relationship Type="http://schemas.openxmlformats.org/officeDocument/2006/relationships/notesMaster" Target="/ppt/notesMasters/notesMaster1.xml" Id="R64aa22d6dd644e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85d538ee41b4da2" /><Relationship Type="http://schemas.openxmlformats.org/officeDocument/2006/relationships/notesMaster" Target="/ppt/notesMasters/notesMaster1.xml" Id="R3e117022262c40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0194ab5b204189" /><Relationship Type="http://schemas.openxmlformats.org/officeDocument/2006/relationships/notesMaster" Target="/ppt/notesMasters/notesMaster1.xml" Id="Rfd9197480bf440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001a7d0cce4089" /><Relationship Type="http://schemas.openxmlformats.org/officeDocument/2006/relationships/notesMaster" Target="/ppt/notesMasters/notesMaster1.xml" Id="R995be73f035d4a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046f917c4d4af3" /><Relationship Type="http://schemas.openxmlformats.org/officeDocument/2006/relationships/notesMaster" Target="/ppt/notesMasters/notesMaster1.xml" Id="Rb29046dd172042b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621d35ec0f4837" /><Relationship Type="http://schemas.openxmlformats.org/officeDocument/2006/relationships/notesMaster" Target="/ppt/notesMasters/notesMaster1.xml" Id="R014cb0214ff94bf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d6c67d2bd84c04" /><Relationship Type="http://schemas.openxmlformats.org/officeDocument/2006/relationships/notesMaster" Target="/ppt/notesMasters/notesMaster1.xml" Id="Rea064a913f7446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617444262248ac" /><Relationship Type="http://schemas.openxmlformats.org/officeDocument/2006/relationships/notesMaster" Target="/ppt/notesMasters/notesMaster1.xml" Id="Ra3a34b87988149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e4e5c0b4a8f4dfe" /><Relationship Type="http://schemas.openxmlformats.org/officeDocument/2006/relationships/notesMaster" Target="/ppt/notesMasters/notesMaster1.xml" Id="Rc0f4c8b319f24e8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01a270c0a754ad3" /><Relationship Type="http://schemas.openxmlformats.org/officeDocument/2006/relationships/notesMaster" Target="/ppt/notesMasters/notesMaster1.xml" Id="R6058d17a91bb42d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3e1a884df534e25" /><Relationship Type="http://schemas.openxmlformats.org/officeDocument/2006/relationships/notesMaster" Target="/ppt/notesMasters/notesMaster1.xml" Id="R076b0df9c783460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50b2f81625e475d" /><Relationship Type="http://schemas.openxmlformats.org/officeDocument/2006/relationships/notesMaster" Target="/ppt/notesMasters/notesMaster1.xml" Id="R40debad586f04f8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97577e5c12e41fd" /><Relationship Type="http://schemas.openxmlformats.org/officeDocument/2006/relationships/notesMaster" Target="/ppt/notesMasters/notesMaster1.xml" Id="R810e1edae2424c1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5b52fff54464f7f" /><Relationship Type="http://schemas.openxmlformats.org/officeDocument/2006/relationships/notesMaster" Target="/ppt/notesMasters/notesMaster1.xml" Id="R4a1949cf7ff3498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7ea8de564be460a" /><Relationship Type="http://schemas.openxmlformats.org/officeDocument/2006/relationships/notesMaster" Target="/ppt/notesMasters/notesMaster1.xml" Id="Red32a44844ff4c2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751e364f6d84d0a" /><Relationship Type="http://schemas.openxmlformats.org/officeDocument/2006/relationships/notesMaster" Target="/ppt/notesMasters/notesMaster1.xml" Id="Rcb41518dd2b2489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099fce5d85246f5" /><Relationship Type="http://schemas.openxmlformats.org/officeDocument/2006/relationships/notesMaster" Target="/ppt/notesMasters/notesMaster1.xml" Id="Rd94a8784723e45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補回課綱原本要談的工具使用場景比較，並加入 Gemini 與 Antigravity。不要把工具講成排名，而是讓學生能依任務選入口：搜尋、長文整理、長 context multimodal、repo 修改、IDE 即時輔助或 agentic IDE。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補充宝玉分享的 baoyu-design 技巧：先用 HTML 方式建立可預覽的投影片與動畫，再匯出 PPTX。若匯出工具例如 PptxGenJS 缺少動畫支援，可讓熟悉 PPTX Open XML 的 coding agent 修改 XML，最後在 Keynote 或 PowerPoint 逐頁播放驗證。這堂課要把它講成 artifact-first workflow，而不是要求學生都做動畫。Source: https://x.com/dotey/status/2073286406558949828?s=20 ; baoyu-design: https://github.com/jimliu/baoyu-design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ced66cae324e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eb31a07cb844dc" /><Relationship Type="http://schemas.openxmlformats.org/officeDocument/2006/relationships/slideLayout" Target="/ppt/slideLayouts/slideLayout1.xml" Id="R17c81f96d9954b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c81f96d9954b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d033d78bf4b2b" /><Relationship Type="http://schemas.openxmlformats.org/officeDocument/2006/relationships/notesSlide" Target="/ppt/notesSlides/notesSlide1.xml" Id="Rb53080bddb1743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2761b3e634ba9" /><Relationship Type="http://schemas.openxmlformats.org/officeDocument/2006/relationships/notesSlide" Target="/ppt/notesSlides/notesSlide2.xml" Id="R83a3c9f3a73948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7620c7d214af2" /><Relationship Type="http://schemas.openxmlformats.org/officeDocument/2006/relationships/notesSlide" Target="/ppt/notesSlides/notesSlide3.xml" Id="R897491e53a2348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d7779ec5144b6" /><Relationship Type="http://schemas.openxmlformats.org/officeDocument/2006/relationships/notesSlide" Target="/ppt/notesSlides/notesSlide4.xml" Id="Rbe37095d5f6d40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a55a88ec04a92" /><Relationship Type="http://schemas.openxmlformats.org/officeDocument/2006/relationships/notesSlide" Target="/ppt/notesSlides/notesSlide5.xml" Id="Rdc1bccba6ebf41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ca98a67564c0c" /><Relationship Type="http://schemas.openxmlformats.org/officeDocument/2006/relationships/notesSlide" Target="/ppt/notesSlides/notesSlide6.xml" Id="R0c204a2b28f94d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d1b5d2dc4451a" /><Relationship Type="http://schemas.openxmlformats.org/officeDocument/2006/relationships/notesSlide" Target="/ppt/notesSlides/notesSlide7.xml" Id="R04507af8596544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588608bc044a3" /><Relationship Type="http://schemas.openxmlformats.org/officeDocument/2006/relationships/notesSlide" Target="/ppt/notesSlides/notesSlide8.xml" Id="R3ae9c612793a45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bbd92b8ae48f1" /><Relationship Type="http://schemas.openxmlformats.org/officeDocument/2006/relationships/notesSlide" Target="/ppt/notesSlides/notesSlide9.xml" Id="Rde88b50170c540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faa00cca34099" /><Relationship Type="http://schemas.openxmlformats.org/officeDocument/2006/relationships/notesSlide" Target="/ppt/notesSlides/notesSlide10.xml" Id="R25509ac8a3264a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0be62dae44bf7" /><Relationship Type="http://schemas.openxmlformats.org/officeDocument/2006/relationships/notesSlide" Target="/ppt/notesSlides/notesSlide11.xml" Id="Rbd9a0da04e684e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7a4c4b6cd44a2" /><Relationship Type="http://schemas.openxmlformats.org/officeDocument/2006/relationships/notesSlide" Target="/ppt/notesSlides/notesSlide12.xml" Id="Raec5ce9be9274b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154d73f9f46ac" /><Relationship Type="http://schemas.openxmlformats.org/officeDocument/2006/relationships/notesSlide" Target="/ppt/notesSlides/notesSlide13.xml" Id="R663d45edd72f4a2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f8784d5564d6b" /><Relationship Type="http://schemas.openxmlformats.org/officeDocument/2006/relationships/notesSlide" Target="/ppt/notesSlides/notesSlide14.xml" Id="R55fff0621c2f4e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af65929dce4c95" /><Relationship Type="http://schemas.openxmlformats.org/officeDocument/2006/relationships/notesSlide" Target="/ppt/notesSlides/notesSlide15.xml" Id="Rf6ff49bf058a44c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26cef187a40ab" /><Relationship Type="http://schemas.openxmlformats.org/officeDocument/2006/relationships/notesSlide" Target="/ppt/notesSlides/notesSlide16.xml" Id="R82126c3c909443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40377cc6243e8" /><Relationship Type="http://schemas.openxmlformats.org/officeDocument/2006/relationships/notesSlide" Target="/ppt/notesSlides/notesSlide17.xml" Id="R6b60ff9e26f34c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983b851dc4d43" /><Relationship Type="http://schemas.openxmlformats.org/officeDocument/2006/relationships/notesSlide" Target="/ppt/notesSlides/notesSlide18.xml" Id="R56adf5e3a8454fa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43de0ddf6461c" /><Relationship Type="http://schemas.openxmlformats.org/officeDocument/2006/relationships/notesSlide" Target="/ppt/notesSlides/notesSlide19.xml" Id="R5941881770544d4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b3feb035648f6" /><Relationship Type="http://schemas.openxmlformats.org/officeDocument/2006/relationships/notesSlide" Target="/ppt/notesSlides/notesSlide20.xml" Id="Re9046ebb805345f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89b668bff4e82" /><Relationship Type="http://schemas.openxmlformats.org/officeDocument/2006/relationships/notesSlide" Target="/ppt/notesSlides/notesSlide21.xml" Id="R9fba154aca134c1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76ba21b604c62" /><Relationship Type="http://schemas.openxmlformats.org/officeDocument/2006/relationships/notesSlide" Target="/ppt/notesSlides/notesSlide22.xml" Id="Rfe1c28b7aa144ff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5cd4e3963479e" /><Relationship Type="http://schemas.openxmlformats.org/officeDocument/2006/relationships/notesSlide" Target="/ppt/notesSlides/notesSlide23.xml" Id="R390ba7dffc544e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795D964-2018-4763-AD88-669A9FDC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85BE2F3-E405-4BB2-8E61-22DC47D4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D377E8D-B057-491A-A5AD-57433728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 xmlns:a="http://schemas.openxmlformats.org/drawingml/2006/main">
              <a:ext uri="{FF2B5EF4-FFF2-40B4-BE49-F238E27FC236}">
                <a16:creationId xmlns:a16="http://schemas.microsoft.com/office/drawing/2014/main" id="{3D6D0BD7-8AB3-46AF-99DD-348F94D0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48E58FD8-9302-4684-B150-7292395A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flow-line-2">
            <a:extLst xmlns:a="http://schemas.openxmlformats.org/drawingml/2006/main">
              <a:ext uri="{FF2B5EF4-FFF2-40B4-BE49-F238E27FC236}">
                <a16:creationId xmlns:a16="http://schemas.microsoft.com/office/drawing/2014/main" id="{27895856-4A7E-4E84-A33E-5D1D2A4B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81250"/>
            <a:ext cx="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flow-line-3">
            <a:extLst xmlns:a="http://schemas.openxmlformats.org/drawingml/2006/main">
              <a:ext uri="{FF2B5EF4-FFF2-40B4-BE49-F238E27FC236}">
                <a16:creationId xmlns:a16="http://schemas.microsoft.com/office/drawing/2014/main" id="{A8F63790-5EFC-438B-AF9C-79A4040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ask">
            <a:extLst xmlns:a="http://schemas.openxmlformats.org/drawingml/2006/main">
              <a:ext uri="{FF2B5EF4-FFF2-40B4-BE49-F238E27FC236}">
                <a16:creationId xmlns:a16="http://schemas.microsoft.com/office/drawing/2014/main" id="{1C37A376-1FF6-4929-8BB1-5313BC8C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 xmlns:a="http://schemas.openxmlformats.org/drawingml/2006/main">
              <a:ext uri="{FF2B5EF4-FFF2-40B4-BE49-F238E27FC236}">
                <a16:creationId xmlns:a16="http://schemas.microsoft.com/office/drawing/2014/main" id="{577CC9D1-518F-4722-BFDB-D69A7941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5CD14647-0CE3-4100-B5F3-EC0B4BC9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990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 xmlns:a="http://schemas.openxmlformats.org/drawingml/2006/main">
              <a:ext uri="{FF2B5EF4-FFF2-40B4-BE49-F238E27FC236}">
                <a16:creationId xmlns:a16="http://schemas.microsoft.com/office/drawing/2014/main" id="{E47C98F3-8C09-43BE-B85D-A7D69B16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 xmlns:a="http://schemas.openxmlformats.org/drawingml/2006/main">
              <a:ext uri="{FF2B5EF4-FFF2-40B4-BE49-F238E27FC236}">
                <a16:creationId xmlns:a16="http://schemas.microsoft.com/office/drawing/2014/main" id="{F4823069-CF94-4B32-B756-9E01E111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 xmlns:a="http://schemas.openxmlformats.org/drawingml/2006/main">
              <a:ext uri="{FF2B5EF4-FFF2-40B4-BE49-F238E27FC236}">
                <a16:creationId xmlns:a16="http://schemas.microsoft.com/office/drawing/2014/main" id="{C81F7129-02A0-46B7-9412-4ED3E541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863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60548E09-6015-4E03-962E-128E7527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1/23</a:t>
            </a:r>
          </a:p>
        </p:txBody>
      </p:sp>
    </p:spTree>
    <p:extLst>
      <p:ext uri="{BB962C8B-B14F-4D97-AF65-F5344CB8AC3E}">
        <p14:creationId xmlns:p14="http://schemas.microsoft.com/office/powerpoint/2010/main" val="13702307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FA4292C-1B3B-46AD-8890-9FCD79A4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E2E144-4829-4D61-AEAA-2146EBC6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1663C7C-8EE1-45AC-B2AC-04E25ED0B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2/23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9792631-D9DF-422C-8AA6-E0BED456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5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 xmlns:a="http://schemas.openxmlformats.org/drawingml/2006/main">
              <a:ext uri="{FF2B5EF4-FFF2-40B4-BE49-F238E27FC236}">
                <a16:creationId xmlns:a16="http://schemas.microsoft.com/office/drawing/2014/main" id="{C424ADC5-9A3C-4024-9C7A-B160338F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2E3B43C9-9702-4CEC-94E3-A3D02646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 xmlns:a="http://schemas.openxmlformats.org/drawingml/2006/main">
              <a:ext uri="{FF2B5EF4-FFF2-40B4-BE49-F238E27FC236}">
                <a16:creationId xmlns:a16="http://schemas.microsoft.com/office/drawing/2014/main" id="{78ADA152-7802-4B21-9AE9-E36D8264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 xmlns:a="http://schemas.openxmlformats.org/drawingml/2006/main">
              <a:ext uri="{FF2B5EF4-FFF2-40B4-BE49-F238E27FC236}">
                <a16:creationId xmlns:a16="http://schemas.microsoft.com/office/drawing/2014/main" id="{AEA1CC10-8CB6-4859-B191-3114EC5D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-1">
            <a:extLst xmlns:a="http://schemas.openxmlformats.org/drawingml/2006/main">
              <a:ext uri="{FF2B5EF4-FFF2-40B4-BE49-F238E27FC236}">
                <a16:creationId xmlns:a16="http://schemas.microsoft.com/office/drawing/2014/main" id="{0886E134-7AC9-4583-9EF9-5F918A79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 xmlns:a="http://schemas.openxmlformats.org/drawingml/2006/main">
              <a:ext uri="{FF2B5EF4-FFF2-40B4-BE49-F238E27FC236}">
                <a16:creationId xmlns:a16="http://schemas.microsoft.com/office/drawing/2014/main" id="{251FC9CF-7AB3-4182-9D5A-8EDAEC58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 xmlns:a="http://schemas.openxmlformats.org/drawingml/2006/main">
              <a:ext uri="{FF2B5EF4-FFF2-40B4-BE49-F238E27FC236}">
                <a16:creationId xmlns:a16="http://schemas.microsoft.com/office/drawing/2014/main" id="{F7165F8E-B7BF-40E5-BD37-C02F1B7E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9310895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AA2F4FC-82CA-496F-B71C-FF64400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E6667C1-EE65-43F3-9D37-02F35593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B1202B5-E893-40C3-8B3B-B5D9918C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3/23</a:t>
            </a:r>
          </a:p>
        </p:txBody>
      </p:sp>
      <p:sp>
        <p:nvSpPr>
          <p:cNvPr id="4" name="stack-0">
            <a:extLst xmlns:a="http://schemas.openxmlformats.org/drawingml/2006/main">
              <a:ext uri="{FF2B5EF4-FFF2-40B4-BE49-F238E27FC236}">
                <a16:creationId xmlns:a16="http://schemas.microsoft.com/office/drawing/2014/main" id="{853A9EAF-8E47-45BC-A2B8-E3C481F2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145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ack-name-0">
            <a:extLst xmlns:a="http://schemas.openxmlformats.org/drawingml/2006/main">
              <a:ext uri="{FF2B5EF4-FFF2-40B4-BE49-F238E27FC236}">
                <a16:creationId xmlns:a16="http://schemas.microsoft.com/office/drawing/2014/main" id="{70A97201-6F3F-4C50-B36E-7F99F33D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847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 xmlns:a="http://schemas.openxmlformats.org/drawingml/2006/main">
              <a:ext uri="{FF2B5EF4-FFF2-40B4-BE49-F238E27FC236}">
                <a16:creationId xmlns:a16="http://schemas.microsoft.com/office/drawing/2014/main" id="{9EE77F51-099C-4B7E-AF06-5419E446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383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 xmlns:a="http://schemas.openxmlformats.org/drawingml/2006/main">
              <a:ext uri="{FF2B5EF4-FFF2-40B4-BE49-F238E27FC236}">
                <a16:creationId xmlns:a16="http://schemas.microsoft.com/office/drawing/2014/main" id="{0DC09228-59DE-42A9-B4C2-4B458ACE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716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7CDF0CE4-81B9-46BE-82C6-9E1CE934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193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stack-name-1">
            <a:extLst xmlns:a="http://schemas.openxmlformats.org/drawingml/2006/main">
              <a:ext uri="{FF2B5EF4-FFF2-40B4-BE49-F238E27FC236}">
                <a16:creationId xmlns:a16="http://schemas.microsoft.com/office/drawing/2014/main" id="{BB867072-0C7E-4B02-BD17-EBC51FB7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5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 xmlns:a="http://schemas.openxmlformats.org/drawingml/2006/main">
              <a:ext uri="{FF2B5EF4-FFF2-40B4-BE49-F238E27FC236}">
                <a16:creationId xmlns:a16="http://schemas.microsoft.com/office/drawing/2014/main" id="{72ADE668-2AB6-45A8-BB70-6230D933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431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 xmlns:a="http://schemas.openxmlformats.org/drawingml/2006/main">
              <a:ext uri="{FF2B5EF4-FFF2-40B4-BE49-F238E27FC236}">
                <a16:creationId xmlns:a16="http://schemas.microsoft.com/office/drawing/2014/main" id="{1E8B9387-F14F-4E36-A84B-340D5C2A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stack-2">
            <a:extLst xmlns:a="http://schemas.openxmlformats.org/drawingml/2006/main">
              <a:ext uri="{FF2B5EF4-FFF2-40B4-BE49-F238E27FC236}">
                <a16:creationId xmlns:a16="http://schemas.microsoft.com/office/drawing/2014/main" id="{0BE76A9F-FC6C-40F7-9F41-7E262BEE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13" name="stack-name-2">
            <a:extLst xmlns:a="http://schemas.openxmlformats.org/drawingml/2006/main">
              <a:ext uri="{FF2B5EF4-FFF2-40B4-BE49-F238E27FC236}">
                <a16:creationId xmlns:a16="http://schemas.microsoft.com/office/drawing/2014/main" id="{920AA949-1CFE-4B49-B4E3-6413679B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257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 xmlns:a="http://schemas.openxmlformats.org/drawingml/2006/main">
              <a:ext uri="{FF2B5EF4-FFF2-40B4-BE49-F238E27FC236}">
                <a16:creationId xmlns:a16="http://schemas.microsoft.com/office/drawing/2014/main" id="{1B7D41FC-5F63-4D8F-A492-EB18964C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480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 xmlns:a="http://schemas.openxmlformats.org/drawingml/2006/main">
              <a:ext uri="{FF2B5EF4-FFF2-40B4-BE49-F238E27FC236}">
                <a16:creationId xmlns:a16="http://schemas.microsoft.com/office/drawing/2014/main" id="{CEB5F900-C16D-4861-8183-35236DAA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813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stack-3">
            <a:extLst xmlns:a="http://schemas.openxmlformats.org/drawingml/2006/main">
              <a:ext uri="{FF2B5EF4-FFF2-40B4-BE49-F238E27FC236}">
                <a16:creationId xmlns:a16="http://schemas.microsoft.com/office/drawing/2014/main" id="{B26412E6-3271-4F26-85C0-24DEA133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290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stack-name-3">
            <a:extLst xmlns:a="http://schemas.openxmlformats.org/drawingml/2006/main">
              <a:ext uri="{FF2B5EF4-FFF2-40B4-BE49-F238E27FC236}">
                <a16:creationId xmlns:a16="http://schemas.microsoft.com/office/drawing/2014/main" id="{326F58E2-4698-4DFD-843D-8933339C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 xmlns:a="http://schemas.openxmlformats.org/drawingml/2006/main">
              <a:ext uri="{FF2B5EF4-FFF2-40B4-BE49-F238E27FC236}">
                <a16:creationId xmlns:a16="http://schemas.microsoft.com/office/drawing/2014/main" id="{6CC98C48-BA56-44CB-8420-EE5FD1F4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528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 xmlns:a="http://schemas.openxmlformats.org/drawingml/2006/main">
              <a:ext uri="{FF2B5EF4-FFF2-40B4-BE49-F238E27FC236}">
                <a16:creationId xmlns:a16="http://schemas.microsoft.com/office/drawing/2014/main" id="{C2F3C4A9-59E4-4071-8039-4093D453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862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0" name="stack-4">
            <a:extLst xmlns:a="http://schemas.openxmlformats.org/drawingml/2006/main">
              <a:ext uri="{FF2B5EF4-FFF2-40B4-BE49-F238E27FC236}">
                <a16:creationId xmlns:a16="http://schemas.microsoft.com/office/drawing/2014/main" id="{995728FD-B402-44E3-A34A-EC4529A4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stack-name-4">
            <a:extLst xmlns:a="http://schemas.openxmlformats.org/drawingml/2006/main">
              <a:ext uri="{FF2B5EF4-FFF2-40B4-BE49-F238E27FC236}">
                <a16:creationId xmlns:a16="http://schemas.microsoft.com/office/drawing/2014/main" id="{375C5352-962C-47BE-9482-26B67F77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 xmlns:a="http://schemas.openxmlformats.org/drawingml/2006/main">
              <a:ext uri="{FF2B5EF4-FFF2-40B4-BE49-F238E27FC236}">
                <a16:creationId xmlns:a16="http://schemas.microsoft.com/office/drawing/2014/main" id="{4331B738-E11E-4D8D-B37A-0F1B14D6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577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 xmlns:a="http://schemas.openxmlformats.org/drawingml/2006/main">
              <a:ext uri="{FF2B5EF4-FFF2-40B4-BE49-F238E27FC236}">
                <a16:creationId xmlns:a16="http://schemas.microsoft.com/office/drawing/2014/main" id="{89043AAF-5009-4E5E-BAC3-42BEABC6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910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4" name="goal-box">
            <a:extLst xmlns:a="http://schemas.openxmlformats.org/drawingml/2006/main">
              <a:ext uri="{FF2B5EF4-FFF2-40B4-BE49-F238E27FC236}">
                <a16:creationId xmlns:a16="http://schemas.microsoft.com/office/drawing/2014/main" id="{40848B64-9CAF-415C-8978-55B26B0B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24500"/>
            <a:ext cx="7658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goal-text">
            <a:extLst xmlns:a="http://schemas.openxmlformats.org/drawingml/2006/main">
              <a:ext uri="{FF2B5EF4-FFF2-40B4-BE49-F238E27FC236}">
                <a16:creationId xmlns:a16="http://schemas.microsoft.com/office/drawing/2014/main" id="{A7A0B29A-70ED-47AA-B539-16F6B7C8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959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13529859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054B08A-8EBC-447A-A524-679DCAF9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DA15D16-00FA-404E-840F-46EA6BE6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E180257-B5BB-4E96-8FB9-55B143A2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4/23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88F561E-091E-4402-9BEC-C397447B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Claude、Gemini、Perplexity 偏研究整理入口；Codex、Copilot、Antigravity 偏開發與 agentic workflow 入口。</a:t>
            </a:r>
          </a:p>
        </p:txBody>
      </p:sp>
      <p:sp>
        <p:nvSpPr>
          <p:cNvPr id="5" name="tool-card-0">
            <a:extLst xmlns:a="http://schemas.openxmlformats.org/drawingml/2006/main">
              <a:ext uri="{FF2B5EF4-FFF2-40B4-BE49-F238E27FC236}">
                <a16:creationId xmlns:a16="http://schemas.microsoft.com/office/drawing/2014/main" id="{FE85503B-1F14-4E36-9444-544CEDA5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tool-name-0">
            <a:extLst xmlns:a="http://schemas.openxmlformats.org/drawingml/2006/main">
              <a:ext uri="{FF2B5EF4-FFF2-40B4-BE49-F238E27FC236}">
                <a16:creationId xmlns:a16="http://schemas.microsoft.com/office/drawing/2014/main" id="{EA11344D-30DF-43CA-925C-FF848D97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</a:t>
            </a:r>
          </a:p>
        </p:txBody>
      </p:sp>
      <p:sp>
        <p:nvSpPr>
          <p:cNvPr id="7" name="tool-role-0">
            <a:extLst xmlns:a="http://schemas.openxmlformats.org/drawingml/2006/main">
              <a:ext uri="{FF2B5EF4-FFF2-40B4-BE49-F238E27FC236}">
                <a16:creationId xmlns:a16="http://schemas.microsoft.com/office/drawing/2014/main" id="{0A4245D2-27BA-4E9D-92C3-BA1F0C24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 xmlns:a="http://schemas.openxmlformats.org/drawingml/2006/main">
              <a:ext uri="{FF2B5EF4-FFF2-40B4-BE49-F238E27FC236}">
                <a16:creationId xmlns:a16="http://schemas.microsoft.com/office/drawing/2014/main" id="{682F84EF-A4FF-4322-8E27-854937EE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</p:txBody>
      </p:sp>
      <p:sp>
        <p:nvSpPr>
          <p:cNvPr id="9" name="tool-caution-0">
            <a:extLst xmlns:a="http://schemas.openxmlformats.org/drawingml/2006/main">
              <a:ext uri="{FF2B5EF4-FFF2-40B4-BE49-F238E27FC236}">
                <a16:creationId xmlns:a16="http://schemas.microsoft.com/office/drawing/2014/main" id="{1800CBF5-AF93-42C8-986B-5600336E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 xmlns:a="http://schemas.openxmlformats.org/drawingml/2006/main">
              <a:ext uri="{FF2B5EF4-FFF2-40B4-BE49-F238E27FC236}">
                <a16:creationId xmlns:a16="http://schemas.microsoft.com/office/drawing/2014/main" id="{00C12D94-B4EB-4E51-A1B0-41D8D81F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1" name="tool-name-1">
            <a:extLst xmlns:a="http://schemas.openxmlformats.org/drawingml/2006/main">
              <a:ext uri="{FF2B5EF4-FFF2-40B4-BE49-F238E27FC236}">
                <a16:creationId xmlns:a16="http://schemas.microsoft.com/office/drawing/2014/main" id="{D8BDD8E0-8FA0-4E38-BD70-527D1BE7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12" name="tool-role-1">
            <a:extLst xmlns:a="http://schemas.openxmlformats.org/drawingml/2006/main">
              <a:ext uri="{FF2B5EF4-FFF2-40B4-BE49-F238E27FC236}">
                <a16:creationId xmlns:a16="http://schemas.microsoft.com/office/drawing/2014/main" id="{D419B7A7-619C-4F86-BDD8-1A1264F0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 context 與 multimodal</a:t>
            </a:r>
          </a:p>
        </p:txBody>
      </p:sp>
      <p:sp>
        <p:nvSpPr>
          <p:cNvPr id="13" name="tool-uses-1">
            <a:extLst xmlns:a="http://schemas.openxmlformats.org/drawingml/2006/main">
              <a:ext uri="{FF2B5EF4-FFF2-40B4-BE49-F238E27FC236}">
                <a16:creationId xmlns:a16="http://schemas.microsoft.com/office/drawing/2014/main" id="{FA3E1987-394A-482E-8D1E-77A5C87E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PDF / 圖表 / 表格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生態整合</a:t>
            </a:r>
          </a:p>
        </p:txBody>
      </p:sp>
      <p:sp>
        <p:nvSpPr>
          <p:cNvPr id="14" name="tool-caution-1">
            <a:extLst xmlns:a="http://schemas.openxmlformats.org/drawingml/2006/main">
              <a:ext uri="{FF2B5EF4-FFF2-40B4-BE49-F238E27FC236}">
                <a16:creationId xmlns:a16="http://schemas.microsoft.com/office/drawing/2014/main" id="{D83915AE-1452-48E9-9223-6721D782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抽樣核對脈絡</a:t>
            </a:r>
          </a:p>
        </p:txBody>
      </p:sp>
      <p:sp>
        <p:nvSpPr>
          <p:cNvPr id="15" name="tool-card-2">
            <a:extLst xmlns:a="http://schemas.openxmlformats.org/drawingml/2006/main">
              <a:ext uri="{FF2B5EF4-FFF2-40B4-BE49-F238E27FC236}">
                <a16:creationId xmlns:a16="http://schemas.microsoft.com/office/drawing/2014/main" id="{347BFC16-1739-49E0-AA55-06B8EAB2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6" name="tool-name-2">
            <a:extLst xmlns:a="http://schemas.openxmlformats.org/drawingml/2006/main">
              <a:ext uri="{FF2B5EF4-FFF2-40B4-BE49-F238E27FC236}">
                <a16:creationId xmlns:a16="http://schemas.microsoft.com/office/drawing/2014/main" id="{E65A8819-9352-43A0-97E7-55089EA6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7" name="tool-role-2">
            <a:extLst xmlns:a="http://schemas.openxmlformats.org/drawingml/2006/main">
              <a:ext uri="{FF2B5EF4-FFF2-40B4-BE49-F238E27FC236}">
                <a16:creationId xmlns:a16="http://schemas.microsoft.com/office/drawing/2014/main" id="{7EAA7890-0661-4E78-81CC-20F9772A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搜尋追蹤</a:t>
            </a:r>
          </a:p>
        </p:txBody>
      </p:sp>
      <p:sp>
        <p:nvSpPr>
          <p:cNvPr id="18" name="tool-uses-2">
            <a:extLst xmlns:a="http://schemas.openxmlformats.org/drawingml/2006/main">
              <a:ext uri="{FF2B5EF4-FFF2-40B4-BE49-F238E27FC236}">
                <a16:creationId xmlns:a16="http://schemas.microsoft.com/office/drawing/2014/main" id="{6EFA8067-546C-46F0-81A7-96F4C52B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 / source</a:t>
            </a:r>
          </a:p>
        </p:txBody>
      </p:sp>
      <p:sp>
        <p:nvSpPr>
          <p:cNvPr id="19" name="tool-caution-2">
            <a:extLst xmlns:a="http://schemas.openxmlformats.org/drawingml/2006/main">
              <a:ext uri="{FF2B5EF4-FFF2-40B4-BE49-F238E27FC236}">
                <a16:creationId xmlns:a16="http://schemas.microsoft.com/office/drawing/2014/main" id="{5E02810D-5B47-4CEC-937E-A1F9A51A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摘要不是證據</a:t>
            </a:r>
          </a:p>
        </p:txBody>
      </p:sp>
      <p:sp>
        <p:nvSpPr>
          <p:cNvPr id="20" name="tool-card-3">
            <a:extLst xmlns:a="http://schemas.openxmlformats.org/drawingml/2006/main">
              <a:ext uri="{FF2B5EF4-FFF2-40B4-BE49-F238E27FC236}">
                <a16:creationId xmlns:a16="http://schemas.microsoft.com/office/drawing/2014/main" id="{EB966CD2-624B-4896-86DC-F6403A0F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21" name="tool-name-3">
            <a:extLst xmlns:a="http://schemas.openxmlformats.org/drawingml/2006/main">
              <a:ext uri="{FF2B5EF4-FFF2-40B4-BE49-F238E27FC236}">
                <a16:creationId xmlns:a16="http://schemas.microsoft.com/office/drawing/2014/main" id="{B2396728-DA7F-470A-8A4B-A758826B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</a:t>
            </a:r>
          </a:p>
        </p:txBody>
      </p:sp>
      <p:sp>
        <p:nvSpPr>
          <p:cNvPr id="22" name="tool-role-3">
            <a:extLst xmlns:a="http://schemas.openxmlformats.org/drawingml/2006/main">
              <a:ext uri="{FF2B5EF4-FFF2-40B4-BE49-F238E27FC236}">
                <a16:creationId xmlns:a16="http://schemas.microsoft.com/office/drawing/2014/main" id="{EC1F0510-DF0F-4D85-B7A3-521EB9AA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修改測試</a:t>
            </a:r>
          </a:p>
        </p:txBody>
      </p:sp>
      <p:sp>
        <p:nvSpPr>
          <p:cNvPr id="23" name="tool-uses-3">
            <a:extLst xmlns:a="http://schemas.openxmlformats.org/drawingml/2006/main">
              <a:ext uri="{FF2B5EF4-FFF2-40B4-BE49-F238E27FC236}">
                <a16:creationId xmlns:a16="http://schemas.microsoft.com/office/drawing/2014/main" id="{8327C648-F3E2-4076-9F38-297A1EFC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24" name="tool-caution-3">
            <a:extLst xmlns:a="http://schemas.openxmlformats.org/drawingml/2006/main">
              <a:ext uri="{FF2B5EF4-FFF2-40B4-BE49-F238E27FC236}">
                <a16:creationId xmlns:a16="http://schemas.microsoft.com/office/drawing/2014/main" id="{8E9C2F78-EE10-4124-8164-50298002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25" name="tool-card-4">
            <a:extLst xmlns:a="http://schemas.openxmlformats.org/drawingml/2006/main">
              <a:ext uri="{FF2B5EF4-FFF2-40B4-BE49-F238E27FC236}">
                <a16:creationId xmlns:a16="http://schemas.microsoft.com/office/drawing/2014/main" id="{1206E57B-B52F-4BC3-9FC3-D23520D3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6" name="tool-name-4">
            <a:extLst xmlns:a="http://schemas.openxmlformats.org/drawingml/2006/main">
              <a:ext uri="{FF2B5EF4-FFF2-40B4-BE49-F238E27FC236}">
                <a16:creationId xmlns:a16="http://schemas.microsoft.com/office/drawing/2014/main" id="{95AF13D7-8337-455A-AAEE-21FEF321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</a:t>
            </a:r>
          </a:p>
        </p:txBody>
      </p:sp>
      <p:sp>
        <p:nvSpPr>
          <p:cNvPr id="27" name="tool-role-4">
            <a:extLst xmlns:a="http://schemas.openxmlformats.org/drawingml/2006/main">
              <a:ext uri="{FF2B5EF4-FFF2-40B4-BE49-F238E27FC236}">
                <a16:creationId xmlns:a16="http://schemas.microsoft.com/office/drawing/2014/main" id="{A3F6608F-1B0C-4F9F-9337-1754994F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內即時輔助</a:t>
            </a:r>
          </a:p>
        </p:txBody>
      </p:sp>
      <p:sp>
        <p:nvSpPr>
          <p:cNvPr id="28" name="tool-uses-4">
            <a:extLst xmlns:a="http://schemas.openxmlformats.org/drawingml/2006/main">
              <a:ext uri="{FF2B5EF4-FFF2-40B4-BE49-F238E27FC236}">
                <a16:creationId xmlns:a16="http://schemas.microsoft.com/office/drawing/2014/main" id="{973AC60A-F746-4EBA-B680-7DE41EDA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補完程式片段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局部重構 / API</a:t>
            </a:r>
          </a:p>
        </p:txBody>
      </p:sp>
      <p:sp>
        <p:nvSpPr>
          <p:cNvPr id="29" name="tool-caution-4">
            <a:extLst xmlns:a="http://schemas.openxmlformats.org/drawingml/2006/main">
              <a:ext uri="{FF2B5EF4-FFF2-40B4-BE49-F238E27FC236}">
                <a16:creationId xmlns:a16="http://schemas.microsoft.com/office/drawing/2014/main" id="{19644E8B-A2AC-4FD9-BF88-D4E52070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30" name="tool-card-5">
            <a:extLst xmlns:a="http://schemas.openxmlformats.org/drawingml/2006/main">
              <a:ext uri="{FF2B5EF4-FFF2-40B4-BE49-F238E27FC236}">
                <a16:creationId xmlns:a16="http://schemas.microsoft.com/office/drawing/2014/main" id="{C84B01B4-C6D5-4DDF-A553-00260750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31" name="tool-name-5">
            <a:extLst xmlns:a="http://schemas.openxmlformats.org/drawingml/2006/main">
              <a:ext uri="{FF2B5EF4-FFF2-40B4-BE49-F238E27FC236}">
                <a16:creationId xmlns:a16="http://schemas.microsoft.com/office/drawing/2014/main" id="{07426696-B7F9-442E-8670-039F2385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</a:t>
            </a:r>
          </a:p>
        </p:txBody>
      </p:sp>
      <p:sp>
        <p:nvSpPr>
          <p:cNvPr id="32" name="tool-role-5">
            <a:extLst xmlns:a="http://schemas.openxmlformats.org/drawingml/2006/main">
              <a:ext uri="{FF2B5EF4-FFF2-40B4-BE49-F238E27FC236}">
                <a16:creationId xmlns:a16="http://schemas.microsoft.com/office/drawing/2014/main" id="{8D56DC1E-F7A6-4C0D-81B7-242C3591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agentic IDE 與 artifacts</a:t>
            </a:r>
          </a:p>
        </p:txBody>
      </p:sp>
      <p:sp>
        <p:nvSpPr>
          <p:cNvPr id="33" name="tool-uses-5">
            <a:extLst xmlns:a="http://schemas.openxmlformats.org/drawingml/2006/main">
              <a:ext uri="{FF2B5EF4-FFF2-40B4-BE49-F238E27FC236}">
                <a16:creationId xmlns:a16="http://schemas.microsoft.com/office/drawing/2014/main" id="{60372CE1-FB20-4AA6-B432-3928BF49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平行 agent 工作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browser / terminal</a:t>
            </a:r>
          </a:p>
        </p:txBody>
      </p:sp>
      <p:sp>
        <p:nvSpPr>
          <p:cNvPr id="34" name="tool-caution-5">
            <a:extLst xmlns:a="http://schemas.openxmlformats.org/drawingml/2006/main">
              <a:ext uri="{FF2B5EF4-FFF2-40B4-BE49-F238E27FC236}">
                <a16:creationId xmlns:a16="http://schemas.microsoft.com/office/drawing/2014/main" id="{0FC179F1-1007-45B8-A688-927B519C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高權限要設 gate</a:t>
            </a:r>
          </a:p>
        </p:txBody>
      </p:sp>
      <p:sp>
        <p:nvSpPr>
          <p:cNvPr id="35" name="bottom">
            <a:extLst xmlns:a="http://schemas.openxmlformats.org/drawingml/2006/main">
              <a:ext uri="{FF2B5EF4-FFF2-40B4-BE49-F238E27FC236}">
                <a16:creationId xmlns:a16="http://schemas.microsoft.com/office/drawing/2014/main" id="{FF60219D-0554-4169-A47D-F96ACF8E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388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4857064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E9D911D-C2FE-4350-B968-1AB58716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3C6E63D-EDDF-48F1-A952-90A9CF9C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AF225D1-38A9-462B-BB83-EE6815C4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5/23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70B8E222-7796-4FE3-9CA6-C1A2492F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 xmlns:a="http://schemas.openxmlformats.org/drawingml/2006/main">
              <a:ext uri="{FF2B5EF4-FFF2-40B4-BE49-F238E27FC236}">
                <a16:creationId xmlns:a16="http://schemas.microsoft.com/office/drawing/2014/main" id="{E96B99FB-5F21-4E48-9415-C8CB2BBF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734AB153-9F72-44EB-A3ED-32C5C0E3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19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 xmlns:a="http://schemas.openxmlformats.org/drawingml/2006/main">
              <a:ext uri="{FF2B5EF4-FFF2-40B4-BE49-F238E27FC236}">
                <a16:creationId xmlns:a16="http://schemas.microsoft.com/office/drawing/2014/main" id="{B01A3DCE-6FA4-40BD-9D5B-FF7303C1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 xmlns:a="http://schemas.openxmlformats.org/drawingml/2006/main">
              <a:ext uri="{FF2B5EF4-FFF2-40B4-BE49-F238E27FC236}">
                <a16:creationId xmlns:a16="http://schemas.microsoft.com/office/drawing/2014/main" id="{96707B30-5D02-44A7-8951-B3766458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9" name="tool-0">
            <a:extLst xmlns:a="http://schemas.openxmlformats.org/drawingml/2006/main">
              <a:ext uri="{FF2B5EF4-FFF2-40B4-BE49-F238E27FC236}">
                <a16:creationId xmlns:a16="http://schemas.microsoft.com/office/drawing/2014/main" id="{88BE6A11-FD77-4086-B823-FE29134D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 xmlns:a="http://schemas.openxmlformats.org/drawingml/2006/main">
              <a:ext uri="{FF2B5EF4-FFF2-40B4-BE49-F238E27FC236}">
                <a16:creationId xmlns:a16="http://schemas.microsoft.com/office/drawing/2014/main" id="{0A0FB84E-918C-4DD3-AB90-A2507830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 xmlns:a="http://schemas.openxmlformats.org/drawingml/2006/main">
              <a:ext uri="{FF2B5EF4-FFF2-40B4-BE49-F238E27FC236}">
                <a16:creationId xmlns:a16="http://schemas.microsoft.com/office/drawing/2014/main" id="{CE0847DA-B919-4703-9A90-594DBBC9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03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 xmlns:a="http://schemas.openxmlformats.org/drawingml/2006/main">
              <a:ext uri="{FF2B5EF4-FFF2-40B4-BE49-F238E27FC236}">
                <a16:creationId xmlns:a16="http://schemas.microsoft.com/office/drawing/2014/main" id="{66661C28-180B-4997-B72B-9FE85FF9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tool-1">
            <a:extLst xmlns:a="http://schemas.openxmlformats.org/drawingml/2006/main">
              <a:ext uri="{FF2B5EF4-FFF2-40B4-BE49-F238E27FC236}">
                <a16:creationId xmlns:a16="http://schemas.microsoft.com/office/drawing/2014/main" id="{18402476-8437-4D06-9764-C7049F39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14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 類</a:t>
            </a:r>
          </a:p>
        </p:txBody>
      </p:sp>
      <p:sp>
        <p:nvSpPr>
          <p:cNvPr id="14" name="artifact-1">
            <a:extLst xmlns:a="http://schemas.openxmlformats.org/drawingml/2006/main">
              <a:ext uri="{FF2B5EF4-FFF2-40B4-BE49-F238E27FC236}">
                <a16:creationId xmlns:a16="http://schemas.microsoft.com/office/drawing/2014/main" id="{31D32838-9BD3-4F81-A82F-3933796B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956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多模態整理、文件對照、Workspace 草稿</a:t>
            </a:r>
          </a:p>
        </p:txBody>
      </p:sp>
      <p:sp>
        <p:nvSpPr>
          <p:cNvPr id="15" name="check-1">
            <a:extLst xmlns:a="http://schemas.openxmlformats.org/drawingml/2006/main">
              <a:ext uri="{FF2B5EF4-FFF2-40B4-BE49-F238E27FC236}">
                <a16:creationId xmlns:a16="http://schemas.microsoft.com/office/drawing/2014/main" id="{EA6E8746-C39D-46A3-A1FD-86CC6070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抽樣核對來源、版本與上下文</a:t>
            </a:r>
          </a:p>
        </p:txBody>
      </p:sp>
      <p:sp>
        <p:nvSpPr>
          <p:cNvPr id="16" name="row-bg-2">
            <a:extLst xmlns:a="http://schemas.openxmlformats.org/drawingml/2006/main">
              <a:ext uri="{FF2B5EF4-FFF2-40B4-BE49-F238E27FC236}">
                <a16:creationId xmlns:a16="http://schemas.microsoft.com/office/drawing/2014/main" id="{1EDE72DF-2CC7-4891-8E8C-D9AF41F2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tool-2">
            <a:extLst xmlns:a="http://schemas.openxmlformats.org/drawingml/2006/main">
              <a:ext uri="{FF2B5EF4-FFF2-40B4-BE49-F238E27FC236}">
                <a16:creationId xmlns:a16="http://schemas.microsoft.com/office/drawing/2014/main" id="{9E0DEEB8-4069-48B9-AA4D-5A81BDC9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8" name="artifact-2">
            <a:extLst xmlns:a="http://schemas.openxmlformats.org/drawingml/2006/main">
              <a:ext uri="{FF2B5EF4-FFF2-40B4-BE49-F238E27FC236}">
                <a16:creationId xmlns:a16="http://schemas.microsoft.com/office/drawing/2014/main" id="{92FE6695-132A-4CE5-A670-5148D94D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9" name="check-2">
            <a:extLst xmlns:a="http://schemas.openxmlformats.org/drawingml/2006/main">
              <a:ext uri="{FF2B5EF4-FFF2-40B4-BE49-F238E27FC236}">
                <a16:creationId xmlns:a16="http://schemas.microsoft.com/office/drawing/2014/main" id="{03939359-09C4-479A-8CE0-20648A19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20" name="row-bg-3">
            <a:extLst xmlns:a="http://schemas.openxmlformats.org/drawingml/2006/main">
              <a:ext uri="{FF2B5EF4-FFF2-40B4-BE49-F238E27FC236}">
                <a16:creationId xmlns:a16="http://schemas.microsoft.com/office/drawing/2014/main" id="{F6BAA034-083B-4007-9949-2CC14F6D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tool-3">
            <a:extLst xmlns:a="http://schemas.openxmlformats.org/drawingml/2006/main">
              <a:ext uri="{FF2B5EF4-FFF2-40B4-BE49-F238E27FC236}">
                <a16:creationId xmlns:a16="http://schemas.microsoft.com/office/drawing/2014/main" id="{FA9F9C14-EE96-45E9-A695-70F1C1BA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22" name="artifact-3">
            <a:extLst xmlns:a="http://schemas.openxmlformats.org/drawingml/2006/main">
              <a:ext uri="{FF2B5EF4-FFF2-40B4-BE49-F238E27FC236}">
                <a16:creationId xmlns:a16="http://schemas.microsoft.com/office/drawing/2014/main" id="{88D4917F-3EAA-456A-95C4-1F1966CE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23" name="check-3">
            <a:extLst xmlns:a="http://schemas.openxmlformats.org/drawingml/2006/main">
              <a:ext uri="{FF2B5EF4-FFF2-40B4-BE49-F238E27FC236}">
                <a16:creationId xmlns:a16="http://schemas.microsoft.com/office/drawing/2014/main" id="{542EAA04-88CB-41FF-9826-0A5DCCDE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4" name="row-bg-4">
            <a:extLst xmlns:a="http://schemas.openxmlformats.org/drawingml/2006/main">
              <a:ext uri="{FF2B5EF4-FFF2-40B4-BE49-F238E27FC236}">
                <a16:creationId xmlns:a16="http://schemas.microsoft.com/office/drawing/2014/main" id="{10CEFFE2-FBF0-4269-8283-3443773D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tool-4">
            <a:extLst xmlns:a="http://schemas.openxmlformats.org/drawingml/2006/main">
              <a:ext uri="{FF2B5EF4-FFF2-40B4-BE49-F238E27FC236}">
                <a16:creationId xmlns:a16="http://schemas.microsoft.com/office/drawing/2014/main" id="{7404EA94-0665-44D6-9D10-0B32F670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00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6" name="artifact-4">
            <a:extLst xmlns:a="http://schemas.openxmlformats.org/drawingml/2006/main">
              <a:ext uri="{FF2B5EF4-FFF2-40B4-BE49-F238E27FC236}">
                <a16:creationId xmlns:a16="http://schemas.microsoft.com/office/drawing/2014/main" id="{B587EC98-7776-4DBF-A54A-765C78B2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815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7" name="check-4">
            <a:extLst xmlns:a="http://schemas.openxmlformats.org/drawingml/2006/main">
              <a:ext uri="{FF2B5EF4-FFF2-40B4-BE49-F238E27FC236}">
                <a16:creationId xmlns:a16="http://schemas.microsoft.com/office/drawing/2014/main" id="{A7BFE93A-3D89-4342-BE55-6EF087B9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15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8" name="row-bg-5">
            <a:extLst xmlns:a="http://schemas.openxmlformats.org/drawingml/2006/main">
              <a:ext uri="{FF2B5EF4-FFF2-40B4-BE49-F238E27FC236}">
                <a16:creationId xmlns:a16="http://schemas.microsoft.com/office/drawing/2014/main" id="{D0BE0F1B-BAF5-4F3E-8642-0F46C0AE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tool-5">
            <a:extLst xmlns:a="http://schemas.openxmlformats.org/drawingml/2006/main">
              <a:ext uri="{FF2B5EF4-FFF2-40B4-BE49-F238E27FC236}">
                <a16:creationId xmlns:a16="http://schemas.microsoft.com/office/drawing/2014/main" id="{75AC6076-C6A9-412B-9E94-FB8E158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959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 類</a:t>
            </a:r>
          </a:p>
        </p:txBody>
      </p:sp>
      <p:sp>
        <p:nvSpPr>
          <p:cNvPr id="30" name="artifact-5">
            <a:extLst xmlns:a="http://schemas.openxmlformats.org/drawingml/2006/main">
              <a:ext uri="{FF2B5EF4-FFF2-40B4-BE49-F238E27FC236}">
                <a16:creationId xmlns:a16="http://schemas.microsoft.com/office/drawing/2014/main" id="{ACB588EF-0A89-430F-8FC2-D6F6210A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768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plan、code change、browser / terminal artifact</a:t>
            </a:r>
          </a:p>
        </p:txBody>
      </p:sp>
      <p:sp>
        <p:nvSpPr>
          <p:cNvPr id="31" name="check-5">
            <a:extLst xmlns:a="http://schemas.openxmlformats.org/drawingml/2006/main">
              <a:ext uri="{FF2B5EF4-FFF2-40B4-BE49-F238E27FC236}">
                <a16:creationId xmlns:a16="http://schemas.microsoft.com/office/drawing/2014/main" id="{64478724-5878-42C4-92D7-A22DC837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76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權限 gate、sandbox、test log</a:t>
            </a:r>
          </a:p>
        </p:txBody>
      </p:sp>
      <p:sp>
        <p:nvSpPr>
          <p:cNvPr id="32" name="bottom">
            <a:extLst xmlns:a="http://schemas.openxmlformats.org/drawingml/2006/main">
              <a:ext uri="{FF2B5EF4-FFF2-40B4-BE49-F238E27FC236}">
                <a16:creationId xmlns:a16="http://schemas.microsoft.com/office/drawing/2014/main" id="{8EAC5B16-09D0-4EEF-B776-43718F54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2930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568180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F92EE33-B64B-4802-A29E-9B943210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0AE1A4E-F325-43F8-90CE-6F81BF3A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2B9F5A2-D2AA-40E6-8F77-5046B595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6/23</a:t>
            </a:r>
          </a:p>
        </p:txBody>
      </p:sp>
      <p:sp>
        <p:nvSpPr>
          <p:cNvPr id="4" name="scenario">
            <a:extLst xmlns:a="http://schemas.openxmlformats.org/drawingml/2006/main">
              <a:ext uri="{FF2B5EF4-FFF2-40B4-BE49-F238E27FC236}">
                <a16:creationId xmlns:a16="http://schemas.microsoft.com/office/drawing/2014/main" id="{F6A73743-A815-4D3F-AD8D-16DBB193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 xmlns:a="http://schemas.openxmlformats.org/drawingml/2006/main">
              <a:ext uri="{FF2B5EF4-FFF2-40B4-BE49-F238E27FC236}">
                <a16:creationId xmlns:a16="http://schemas.microsoft.com/office/drawing/2014/main" id="{F6DB8767-FA71-44C8-B539-7190D272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 xmlns:a="http://schemas.openxmlformats.org/drawingml/2006/main">
              <a:ext uri="{FF2B5EF4-FFF2-40B4-BE49-F238E27FC236}">
                <a16:creationId xmlns:a16="http://schemas.microsoft.com/office/drawing/2014/main" id="{8043C9D2-618E-4FED-A51E-818E3BE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 xmlns:a="http://schemas.openxmlformats.org/drawingml/2006/main">
              <a:ext uri="{FF2B5EF4-FFF2-40B4-BE49-F238E27FC236}">
                <a16:creationId xmlns:a16="http://schemas.microsoft.com/office/drawing/2014/main" id="{532BD8E4-E784-44D7-89FF-6E17A9EE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C4D34A71-0F7A-4F59-BA80-C58E5143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71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716E57F9-BB51-43D1-A1D8-19329DEF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76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 xmlns:a="http://schemas.openxmlformats.org/drawingml/2006/main">
              <a:ext uri="{FF2B5EF4-FFF2-40B4-BE49-F238E27FC236}">
                <a16:creationId xmlns:a16="http://schemas.microsoft.com/office/drawing/2014/main" id="{74990014-6B14-4C34-9CE1-3A06E239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1" name="row-head-2">
            <a:extLst xmlns:a="http://schemas.openxmlformats.org/drawingml/2006/main">
              <a:ext uri="{FF2B5EF4-FFF2-40B4-BE49-F238E27FC236}">
                <a16:creationId xmlns:a16="http://schemas.microsoft.com/office/drawing/2014/main" id="{19B6620A-566F-4C40-A0D4-6D53002C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 xmlns:a="http://schemas.openxmlformats.org/drawingml/2006/main">
              <a:ext uri="{FF2B5EF4-FFF2-40B4-BE49-F238E27FC236}">
                <a16:creationId xmlns:a16="http://schemas.microsoft.com/office/drawing/2014/main" id="{ED3D722E-EFDB-4804-BDF0-C568A846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62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 xmlns:a="http://schemas.openxmlformats.org/drawingml/2006/main">
              <a:ext uri="{FF2B5EF4-FFF2-40B4-BE49-F238E27FC236}">
                <a16:creationId xmlns:a16="http://schemas.microsoft.com/office/drawing/2014/main" id="{E8D91566-4C8E-4E9A-8797-A5E73D55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row-head-3">
            <a:extLst xmlns:a="http://schemas.openxmlformats.org/drawingml/2006/main">
              <a:ext uri="{FF2B5EF4-FFF2-40B4-BE49-F238E27FC236}">
                <a16:creationId xmlns:a16="http://schemas.microsoft.com/office/drawing/2014/main" id="{95A3DDD8-005E-4A2C-A7F3-922A8758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43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 xmlns:a="http://schemas.openxmlformats.org/drawingml/2006/main">
              <a:ext uri="{FF2B5EF4-FFF2-40B4-BE49-F238E27FC236}">
                <a16:creationId xmlns:a16="http://schemas.microsoft.com/office/drawing/2014/main" id="{07397D89-192E-465B-9F83-BE75F14D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 xmlns:a="http://schemas.openxmlformats.org/drawingml/2006/main">
              <a:ext uri="{FF2B5EF4-FFF2-40B4-BE49-F238E27FC236}">
                <a16:creationId xmlns:a16="http://schemas.microsoft.com/office/drawing/2014/main" id="{DC097C5B-AFA9-4320-AA47-81B9D0EA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72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20AD771A-7506-4D76-8D32-7D9611C2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19872792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EDA9EB2-499F-46E0-8D4F-9449B476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82B7580-1B8C-4224-84F0-865688BF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AD548DA-7A12-49C1-BC69-DABCAE81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7/23</a:t>
            </a:r>
          </a:p>
        </p:txBody>
      </p:sp>
      <p:sp>
        <p:nvSpPr>
          <p:cNvPr id="4" name="ladder-line">
            <a:extLst xmlns:a="http://schemas.openxmlformats.org/drawingml/2006/main">
              <a:ext uri="{FF2B5EF4-FFF2-40B4-BE49-F238E27FC236}">
                <a16:creationId xmlns:a16="http://schemas.microsoft.com/office/drawing/2014/main" id="{1452CCCA-7FB2-47EE-8B24-67AF68D5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5" name="level-0">
            <a:extLst xmlns:a="http://schemas.openxmlformats.org/drawingml/2006/main">
              <a:ext uri="{FF2B5EF4-FFF2-40B4-BE49-F238E27FC236}">
                <a16:creationId xmlns:a16="http://schemas.microsoft.com/office/drawing/2014/main" id="{87F8866E-0EA4-42BB-A172-C3FD2659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 xmlns:a="http://schemas.openxmlformats.org/drawingml/2006/main">
              <a:ext uri="{FF2B5EF4-FFF2-40B4-BE49-F238E27FC236}">
                <a16:creationId xmlns:a16="http://schemas.microsoft.com/office/drawing/2014/main" id="{2B2C57D1-0CA8-4386-9B8B-01FB2EA3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 xmlns:a="http://schemas.openxmlformats.org/drawingml/2006/main">
              <a:ext uri="{FF2B5EF4-FFF2-40B4-BE49-F238E27FC236}">
                <a16:creationId xmlns:a16="http://schemas.microsoft.com/office/drawing/2014/main" id="{016F461A-70FE-4798-880C-7A0FC125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 xmlns:a="http://schemas.openxmlformats.org/drawingml/2006/main">
              <a:ext uri="{FF2B5EF4-FFF2-40B4-BE49-F238E27FC236}">
                <a16:creationId xmlns:a16="http://schemas.microsoft.com/office/drawing/2014/main" id="{6CF0A4C6-6FCC-431B-8AA5-3CAD959D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 xmlns:a="http://schemas.openxmlformats.org/drawingml/2006/main">
              <a:ext uri="{FF2B5EF4-FFF2-40B4-BE49-F238E27FC236}">
                <a16:creationId xmlns:a16="http://schemas.microsoft.com/office/drawing/2014/main" id="{701A52EF-BF60-4006-A10B-AF2FCCC2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 xmlns:a="http://schemas.openxmlformats.org/drawingml/2006/main">
              <a:ext uri="{FF2B5EF4-FFF2-40B4-BE49-F238E27FC236}">
                <a16:creationId xmlns:a16="http://schemas.microsoft.com/office/drawing/2014/main" id="{F9CF53C7-405D-4451-AB7D-4CC5A88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 xmlns:a="http://schemas.openxmlformats.org/drawingml/2006/main">
              <a:ext uri="{FF2B5EF4-FFF2-40B4-BE49-F238E27FC236}">
                <a16:creationId xmlns:a16="http://schemas.microsoft.com/office/drawing/2014/main" id="{92792FBA-65A0-475C-A22C-5B56864A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 xmlns:a="http://schemas.openxmlformats.org/drawingml/2006/main">
              <a:ext uri="{FF2B5EF4-FFF2-40B4-BE49-F238E27FC236}">
                <a16:creationId xmlns:a16="http://schemas.microsoft.com/office/drawing/2014/main" id="{C1ACDB47-38D3-4847-8E07-34A29879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 xmlns:a="http://schemas.openxmlformats.org/drawingml/2006/main">
              <a:ext uri="{FF2B5EF4-FFF2-40B4-BE49-F238E27FC236}">
                <a16:creationId xmlns:a16="http://schemas.microsoft.com/office/drawing/2014/main" id="{FCD0BBB1-F537-4C31-B0C9-F2BD5A54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 xmlns:a="http://schemas.openxmlformats.org/drawingml/2006/main">
              <a:ext uri="{FF2B5EF4-FFF2-40B4-BE49-F238E27FC236}">
                <a16:creationId xmlns:a16="http://schemas.microsoft.com/office/drawing/2014/main" id="{0BA69C2B-E7A1-41F5-A9DE-9FBD2088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1F1BCFC1-901A-4477-946F-08589EB9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578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1189744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191D1CC-953B-4B1A-BDC8-1C259425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18FEB6D-D9AD-407E-BD16-9141E093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89818CA-981F-48F4-8C9E-28246D8A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8/23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7B9F5830-B0C1-48EB-A8A9-5734F047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right">
            <a:extLst xmlns:a="http://schemas.openxmlformats.org/drawingml/2006/main">
              <a:ext uri="{FF2B5EF4-FFF2-40B4-BE49-F238E27FC236}">
                <a16:creationId xmlns:a16="http://schemas.microsoft.com/office/drawing/2014/main" id="{7920A819-5CFF-4C82-A1F4-A5160474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7870AEF0-546A-4C6C-B0D7-4785D9DC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B96174F5-8CD2-4B83-B89C-2B69769E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 xmlns:a="http://schemas.openxmlformats.org/drawingml/2006/main">
              <a:ext uri="{FF2B5EF4-FFF2-40B4-BE49-F238E27FC236}">
                <a16:creationId xmlns:a16="http://schemas.microsoft.com/office/drawing/2014/main" id="{9D7A0B14-F2AF-44C2-8959-4CB1C68A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1257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 xmlns:a="http://schemas.openxmlformats.org/drawingml/2006/main">
              <a:ext uri="{FF2B5EF4-FFF2-40B4-BE49-F238E27FC236}">
                <a16:creationId xmlns:a16="http://schemas.microsoft.com/office/drawing/2014/main" id="{7C0DDDE7-8751-46A7-8EA9-F991FB70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3525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 xmlns:a="http://schemas.openxmlformats.org/drawingml/2006/main">
              <a:ext uri="{FF2B5EF4-FFF2-40B4-BE49-F238E27FC236}">
                <a16:creationId xmlns:a16="http://schemas.microsoft.com/office/drawing/2014/main" id="{BC50A614-5760-4A00-AB53-F634F9CC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38525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6670"/>
            </a:solidFill>
            <a:prstDash val="solid"/>
          </a:ln>
        </p:spPr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B8FECADA-77EF-460B-BE8C-7EF9D0B6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0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07ECE232-11C7-4A00-9CB2-C3085580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31A7113C-E1BD-4DB5-9A12-58ECAA83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F026FD5D-7BEE-415B-8699-ED20C669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a4">
            <a:extLst xmlns:a="http://schemas.openxmlformats.org/drawingml/2006/main">
              <a:ext uri="{FF2B5EF4-FFF2-40B4-BE49-F238E27FC236}">
                <a16:creationId xmlns:a16="http://schemas.microsoft.com/office/drawing/2014/main" id="{A4D0DF03-9997-409A-8BDD-B3E6830F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291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6" name="agent-Goal">
            <a:extLst xmlns:a="http://schemas.openxmlformats.org/drawingml/2006/main">
              <a:ext uri="{FF2B5EF4-FFF2-40B4-BE49-F238E27FC236}">
                <a16:creationId xmlns:a16="http://schemas.microsoft.com/office/drawing/2014/main" id="{0BDBED32-595F-4F70-A4E3-0B44B9E7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 xmlns:a="http://schemas.openxmlformats.org/drawingml/2006/main">
              <a:ext uri="{FF2B5EF4-FFF2-40B4-BE49-F238E27FC236}">
                <a16:creationId xmlns:a16="http://schemas.microsoft.com/office/drawing/2014/main" id="{5E2A7169-99C3-47AA-AD5B-E1BAE005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 xmlns:a="http://schemas.openxmlformats.org/drawingml/2006/main">
              <a:ext uri="{FF2B5EF4-FFF2-40B4-BE49-F238E27FC236}">
                <a16:creationId xmlns:a16="http://schemas.microsoft.com/office/drawing/2014/main" id="{A6ADE59E-4B44-4553-8D2B-86D78FFF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 xmlns:a="http://schemas.openxmlformats.org/drawingml/2006/main">
              <a:ext uri="{FF2B5EF4-FFF2-40B4-BE49-F238E27FC236}">
                <a16:creationId xmlns:a16="http://schemas.microsoft.com/office/drawing/2014/main" id="{14279080-1C99-4A6B-8E7B-93C9E5A2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 xmlns:a="http://schemas.openxmlformats.org/drawingml/2006/main">
              <a:ext uri="{FF2B5EF4-FFF2-40B4-BE49-F238E27FC236}">
                <a16:creationId xmlns:a16="http://schemas.microsoft.com/office/drawing/2014/main" id="{D0DE434F-1A5C-44FD-B13F-A5FE1E34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 xmlns:a="http://schemas.openxmlformats.org/drawingml/2006/main">
              <a:ext uri="{FF2B5EF4-FFF2-40B4-BE49-F238E27FC236}">
                <a16:creationId xmlns:a16="http://schemas.microsoft.com/office/drawing/2014/main" id="{0FE28DBE-0735-4A0E-A15F-DF0956B4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67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5476367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2096A1C-4E28-4102-8031-FBA6FFA8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97B37B2-C6A4-486B-901C-39DDEB69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51E02D2-4676-495F-AFCE-153A3F5D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9/23</a:t>
            </a:r>
          </a:p>
        </p:txBody>
      </p:sp>
      <p:sp>
        <p:nvSpPr>
          <p:cNvPr id="4" name="workflow-boundary">
            <a:extLst xmlns:a="http://schemas.openxmlformats.org/drawingml/2006/main">
              <a:ext uri="{FF2B5EF4-FFF2-40B4-BE49-F238E27FC236}">
                <a16:creationId xmlns:a16="http://schemas.microsoft.com/office/drawing/2014/main" id="{5F0F72B0-A3F0-4438-A8EE-24A3C09A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24050"/>
            <a:ext cx="9829800" cy="4057650"/>
          </a:xfrm>
          <a:prstGeom xmlns:a="http://schemas.openxmlformats.org/drawingml/2006/main" prst="roundRect">
            <a:avLst>
              <a:gd name="adj" fmla="val 1878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dash"/>
          </a:ln>
        </p:spPr>
      </p:sp>
      <p:sp>
        <p:nvSpPr>
          <p:cNvPr id="5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A6535056-1B41-477D-A321-C79E93D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193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 xmlns:a="http://schemas.openxmlformats.org/drawingml/2006/main">
              <a:ext uri="{FF2B5EF4-FFF2-40B4-BE49-F238E27FC236}">
                <a16:creationId xmlns:a16="http://schemas.microsoft.com/office/drawing/2014/main" id="{FB39EA45-1BDD-47A8-8F0F-6466CF6B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7" name="context-to-model">
            <a:extLst xmlns:a="http://schemas.openxmlformats.org/drawingml/2006/main">
              <a:ext uri="{FF2B5EF4-FFF2-40B4-BE49-F238E27FC236}">
                <a16:creationId xmlns:a16="http://schemas.microsoft.com/office/drawing/2014/main" id="{EA902D6C-6D45-4519-B7A7-2C367DE5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8" name="model-to-tools">
            <a:extLst xmlns:a="http://schemas.openxmlformats.org/drawingml/2006/main">
              <a:ext uri="{FF2B5EF4-FFF2-40B4-BE49-F238E27FC236}">
                <a16:creationId xmlns:a16="http://schemas.microsoft.com/office/drawing/2014/main" id="{7B787ABD-7B26-4C22-ACC8-B2D1D85C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9" name="model-to-state">
            <a:extLst xmlns:a="http://schemas.openxmlformats.org/drawingml/2006/main">
              <a:ext uri="{FF2B5EF4-FFF2-40B4-BE49-F238E27FC236}">
                <a16:creationId xmlns:a16="http://schemas.microsoft.com/office/drawing/2014/main" id="{1D388E09-F52D-4018-8BDC-7F0D06A5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0" name="state-to-verify">
            <a:extLst xmlns:a="http://schemas.openxmlformats.org/drawingml/2006/main">
              <a:ext uri="{FF2B5EF4-FFF2-40B4-BE49-F238E27FC236}">
                <a16:creationId xmlns:a16="http://schemas.microsoft.com/office/drawing/2014/main" id="{D15D0C95-EBFE-4309-B70A-B58C5B3F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006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1" name="node-Goal">
            <a:extLst xmlns:a="http://schemas.openxmlformats.org/drawingml/2006/main">
              <a:ext uri="{FF2B5EF4-FFF2-40B4-BE49-F238E27FC236}">
                <a16:creationId xmlns:a16="http://schemas.microsoft.com/office/drawing/2014/main" id="{956BDCFD-94B3-4787-84A5-FE0EA8B8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 xmlns:a="http://schemas.openxmlformats.org/drawingml/2006/main">
              <a:ext uri="{FF2B5EF4-FFF2-40B4-BE49-F238E27FC236}">
                <a16:creationId xmlns:a16="http://schemas.microsoft.com/office/drawing/2014/main" id="{82FCD569-A326-4030-BF96-AB863DDD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 xmlns:a="http://schemas.openxmlformats.org/drawingml/2006/main">
              <a:ext uri="{FF2B5EF4-FFF2-40B4-BE49-F238E27FC236}">
                <a16:creationId xmlns:a16="http://schemas.microsoft.com/office/drawing/2014/main" id="{A22E1552-7F84-4E81-A674-2195EA08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19812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 xmlns:a="http://schemas.openxmlformats.org/drawingml/2006/main">
              <a:ext uri="{FF2B5EF4-FFF2-40B4-BE49-F238E27FC236}">
                <a16:creationId xmlns:a16="http://schemas.microsoft.com/office/drawing/2014/main" id="{A3F4F64E-2B93-4936-B521-1CC51C49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 xmlns:a="http://schemas.openxmlformats.org/drawingml/2006/main">
              <a:ext uri="{FF2B5EF4-FFF2-40B4-BE49-F238E27FC236}">
                <a16:creationId xmlns:a16="http://schemas.microsoft.com/office/drawing/2014/main" id="{4F938596-6A74-4CF8-A062-95115C35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 xmlns:a="http://schemas.openxmlformats.org/drawingml/2006/main">
              <a:ext uri="{FF2B5EF4-FFF2-40B4-BE49-F238E27FC236}">
                <a16:creationId xmlns:a16="http://schemas.microsoft.com/office/drawing/2014/main" id="{CF28AA2D-33B2-44C1-A8F1-154116BF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625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Verification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4359833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3BD6D53-2C9D-4E78-B299-0ED30F7C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FADF586-B8F3-45CE-8565-D8F50B9E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8E3BF2C-4A17-4ED1-AA2D-188E34AA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10/23</a:t>
            </a:r>
          </a:p>
        </p:txBody>
      </p:sp>
      <p:sp>
        <p:nvSpPr>
          <p:cNvPr id="4" name="goal-plan-a">
            <a:extLst xmlns:a="http://schemas.openxmlformats.org/drawingml/2006/main">
              <a:ext uri="{FF2B5EF4-FFF2-40B4-BE49-F238E27FC236}">
                <a16:creationId xmlns:a16="http://schemas.microsoft.com/office/drawing/2014/main" id="{1BF97EF5-7D7C-4A19-AC5A-077AC4B4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5" name="goal-plan-b">
            <a:extLst xmlns:a="http://schemas.openxmlformats.org/drawingml/2006/main">
              <a:ext uri="{FF2B5EF4-FFF2-40B4-BE49-F238E27FC236}">
                <a16:creationId xmlns:a16="http://schemas.microsoft.com/office/drawing/2014/main" id="{5A879544-1C41-476D-BA12-E86E0934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6" name="goal-plan-c">
            <a:extLst xmlns:a="http://schemas.openxmlformats.org/drawingml/2006/main">
              <a:ext uri="{FF2B5EF4-FFF2-40B4-BE49-F238E27FC236}">
                <a16:creationId xmlns:a16="http://schemas.microsoft.com/office/drawing/2014/main" id="{0E22579F-54CA-42C1-B278-24A2F369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7" name="plan-act">
            <a:extLst xmlns:a="http://schemas.openxmlformats.org/drawingml/2006/main">
              <a:ext uri="{FF2B5EF4-FFF2-40B4-BE49-F238E27FC236}">
                <a16:creationId xmlns:a16="http://schemas.microsoft.com/office/drawing/2014/main" id="{F30875E4-0179-417A-A5AC-6ACAEBB8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8" name="act-observe-a">
            <a:extLst xmlns:a="http://schemas.openxmlformats.org/drawingml/2006/main">
              <a:ext uri="{FF2B5EF4-FFF2-40B4-BE49-F238E27FC236}">
                <a16:creationId xmlns:a16="http://schemas.microsoft.com/office/drawing/2014/main" id="{9D79E121-C505-42CD-9A24-E6B0B108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9" name="act-observe-b">
            <a:extLst xmlns:a="http://schemas.openxmlformats.org/drawingml/2006/main">
              <a:ext uri="{FF2B5EF4-FFF2-40B4-BE49-F238E27FC236}">
                <a16:creationId xmlns:a16="http://schemas.microsoft.com/office/drawing/2014/main" id="{138F4062-87AA-49F4-9E0F-C4890424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0" name="act-observe-c">
            <a:extLst xmlns:a="http://schemas.openxmlformats.org/drawingml/2006/main">
              <a:ext uri="{FF2B5EF4-FFF2-40B4-BE49-F238E27FC236}">
                <a16:creationId xmlns:a16="http://schemas.microsoft.com/office/drawing/2014/main" id="{524ABF5A-04E6-4413-9101-B537D07B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1" name="observe-verify-a">
            <a:extLst xmlns:a="http://schemas.openxmlformats.org/drawingml/2006/main">
              <a:ext uri="{FF2B5EF4-FFF2-40B4-BE49-F238E27FC236}">
                <a16:creationId xmlns:a16="http://schemas.microsoft.com/office/drawing/2014/main" id="{8575DD30-C9E6-4A3B-9EB8-07DAB07C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2" name="observe-verify-b">
            <a:extLst xmlns:a="http://schemas.openxmlformats.org/drawingml/2006/main">
              <a:ext uri="{FF2B5EF4-FFF2-40B4-BE49-F238E27FC236}">
                <a16:creationId xmlns:a16="http://schemas.microsoft.com/office/drawing/2014/main" id="{04234507-349A-4425-B1A0-4A44E3DB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3" name="observe-verify-c">
            <a:extLst xmlns:a="http://schemas.openxmlformats.org/drawingml/2006/main">
              <a:ext uri="{FF2B5EF4-FFF2-40B4-BE49-F238E27FC236}">
                <a16:creationId xmlns:a16="http://schemas.microsoft.com/office/drawing/2014/main" id="{8D97ACE8-FEE1-4AE8-BD1D-0E4310F0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4" name="verify-state">
            <a:extLst xmlns:a="http://schemas.openxmlformats.org/drawingml/2006/main">
              <a:ext uri="{FF2B5EF4-FFF2-40B4-BE49-F238E27FC236}">
                <a16:creationId xmlns:a16="http://schemas.microsoft.com/office/drawing/2014/main" id="{349B2DD8-2511-4169-B93E-A782DA59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state-goal-a">
            <a:extLst xmlns:a="http://schemas.openxmlformats.org/drawingml/2006/main">
              <a:ext uri="{FF2B5EF4-FFF2-40B4-BE49-F238E27FC236}">
                <a16:creationId xmlns:a16="http://schemas.microsoft.com/office/drawing/2014/main" id="{C80BC86F-F718-4D1F-ABD1-42CB3CB6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434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6" name="state-goal-b">
            <a:extLst xmlns:a="http://schemas.openxmlformats.org/drawingml/2006/main">
              <a:ext uri="{FF2B5EF4-FFF2-40B4-BE49-F238E27FC236}">
                <a16:creationId xmlns:a16="http://schemas.microsoft.com/office/drawing/2014/main" id="{8F7C1E79-F4E8-481E-B391-89076C11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7" name="state-goal-c">
            <a:extLst xmlns:a="http://schemas.openxmlformats.org/drawingml/2006/main">
              <a:ext uri="{FF2B5EF4-FFF2-40B4-BE49-F238E27FC236}">
                <a16:creationId xmlns:a16="http://schemas.microsoft.com/office/drawing/2014/main" id="{4DFC1C11-19A5-4826-9439-06A88464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8" name="goal">
            <a:extLst xmlns:a="http://schemas.openxmlformats.org/drawingml/2006/main">
              <a:ext uri="{FF2B5EF4-FFF2-40B4-BE49-F238E27FC236}">
                <a16:creationId xmlns:a16="http://schemas.microsoft.com/office/drawing/2014/main" id="{D44C3BED-F8BE-4036-9153-7F304F08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 xmlns:a="http://schemas.openxmlformats.org/drawingml/2006/main">
              <a:ext uri="{FF2B5EF4-FFF2-40B4-BE49-F238E27FC236}">
                <a16:creationId xmlns:a16="http://schemas.microsoft.com/office/drawing/2014/main" id="{C1CB0401-8586-404E-8415-59610E55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 xmlns:a="http://schemas.openxmlformats.org/drawingml/2006/main">
              <a:ext uri="{FF2B5EF4-FFF2-40B4-BE49-F238E27FC236}">
                <a16:creationId xmlns:a16="http://schemas.microsoft.com/office/drawing/2014/main" id="{BE2228C3-402B-49D9-A84E-701A2907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859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 xmlns:a="http://schemas.openxmlformats.org/drawingml/2006/main">
              <a:ext uri="{FF2B5EF4-FFF2-40B4-BE49-F238E27FC236}">
                <a16:creationId xmlns:a16="http://schemas.microsoft.com/office/drawing/2014/main" id="{E6EF6B90-9744-4B8C-908D-504479DD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12192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 xmlns:a="http://schemas.openxmlformats.org/drawingml/2006/main">
              <a:ext uri="{FF2B5EF4-FFF2-40B4-BE49-F238E27FC236}">
                <a16:creationId xmlns:a16="http://schemas.microsoft.com/office/drawing/2014/main" id="{CD55A96A-769F-4857-B915-919B9FE8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 xmlns:a="http://schemas.openxmlformats.org/drawingml/2006/main">
              <a:ext uri="{FF2B5EF4-FFF2-40B4-BE49-F238E27FC236}">
                <a16:creationId xmlns:a16="http://schemas.microsoft.com/office/drawing/2014/main" id="{EF67CEC7-160F-467A-A295-5A5084C4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38650"/>
            <a:ext cx="11811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 xmlns:a="http://schemas.openxmlformats.org/drawingml/2006/main">
              <a:ext uri="{FF2B5EF4-FFF2-40B4-BE49-F238E27FC236}">
                <a16:creationId xmlns:a16="http://schemas.microsoft.com/office/drawing/2014/main" id="{B36423D8-285F-4581-9A61-87920A4C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38650"/>
            <a:ext cx="1600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 xmlns:a="http://schemas.openxmlformats.org/drawingml/2006/main">
              <a:ext uri="{FF2B5EF4-FFF2-40B4-BE49-F238E27FC236}">
                <a16:creationId xmlns:a16="http://schemas.microsoft.com/office/drawing/2014/main" id="{99CC272E-DA34-48BB-A303-CB000AD5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434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dash"/>
          </a:ln>
        </p:spPr>
      </p:sp>
      <p:sp>
        <p:nvSpPr>
          <p:cNvPr id="26" name="loop-note">
            <a:extLst xmlns:a="http://schemas.openxmlformats.org/drawingml/2006/main">
              <a:ext uri="{FF2B5EF4-FFF2-40B4-BE49-F238E27FC236}">
                <a16:creationId xmlns:a16="http://schemas.microsoft.com/office/drawing/2014/main" id="{5D1C3BED-454F-430A-8A2B-C2CB7617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578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2902526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4" grpId="0" animBg="1"/>
      <p:bldP spid="5" grpId="0" animBg="1"/>
      <p:bldP spid="6" grpId="0" animBg="1"/>
      <p:bldP spid="19" grpId="0" animBg="1"/>
      <p:bldP spid="7" grpId="0" animBg="1"/>
      <p:bldP spid="20" grpId="0" animBg="1"/>
      <p:bldP spid="8" grpId="0" animBg="1"/>
      <p:bldP spid="9" grpId="0" animBg="1"/>
      <p:bldP spid="10" grpId="0" animBg="1"/>
      <p:bldP spid="21" grpId="0" animBg="1"/>
      <p:bldP spid="11" grpId="0" animBg="1"/>
      <p:bldP spid="12" grpId="0" animBg="1"/>
      <p:bldP spid="13" grpId="0" animBg="1"/>
      <p:bldP spid="22" grpId="0" animBg="1"/>
      <p:bldP spid="14" grpId="0" animBg="1"/>
      <p:bldP spid="23" grpId="0" animBg="1"/>
      <p:bldP spid="25" grpId="0" animBg="1"/>
      <p:bldP spid="24" grpId="0" animBg="1"/>
      <p:bldP spid="15" grpId="0" animBg="1"/>
      <p:bldP spid="16" grpId="0" animBg="1"/>
      <p:bldP spid="17" grpId="0" animBg="1"/>
      <p:bldP spid="26" grpId="0" animBg="1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0226A23-2769-4FBE-A95D-B3BC4DA1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40A4A28-E6F9-40D0-B5A9-912F37FD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9EB234C-2AD3-430F-B110-847374F0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11/23</a:t>
            </a:r>
          </a:p>
        </p:txBody>
      </p:sp>
      <p:sp>
        <p:nvSpPr>
          <p:cNvPr id="4" name="table-bg">
            <a:extLst xmlns:a="http://schemas.openxmlformats.org/drawingml/2006/main">
              <a:ext uri="{FF2B5EF4-FFF2-40B4-BE49-F238E27FC236}">
                <a16:creationId xmlns:a16="http://schemas.microsoft.com/office/drawing/2014/main" id="{1D61AD4A-A691-48F6-82B2-735207BC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03632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h-0">
            <a:extLst xmlns:a="http://schemas.openxmlformats.org/drawingml/2006/main">
              <a:ext uri="{FF2B5EF4-FFF2-40B4-BE49-F238E27FC236}">
                <a16:creationId xmlns:a16="http://schemas.microsoft.com/office/drawing/2014/main" id="{440D9F8D-23E8-4C06-84D4-ABAA363C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 xmlns:a="http://schemas.openxmlformats.org/drawingml/2006/main">
              <a:ext uri="{FF2B5EF4-FFF2-40B4-BE49-F238E27FC236}">
                <a16:creationId xmlns:a16="http://schemas.microsoft.com/office/drawing/2014/main" id="{D5AE20F2-EA67-43CE-9449-627183C7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 xmlns:a="http://schemas.openxmlformats.org/drawingml/2006/main">
              <a:ext uri="{FF2B5EF4-FFF2-40B4-BE49-F238E27FC236}">
                <a16:creationId xmlns:a16="http://schemas.microsoft.com/office/drawing/2014/main" id="{00CCF7A8-E793-4FA9-A279-7B26A035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0CF62D4C-6F45-4AD1-B8D3-30F42A20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 xmlns:a="http://schemas.openxmlformats.org/drawingml/2006/main">
              <a:ext uri="{FF2B5EF4-FFF2-40B4-BE49-F238E27FC236}">
                <a16:creationId xmlns:a16="http://schemas.microsoft.com/office/drawing/2014/main" id="{5613E354-BFD4-4AC9-8D1E-265E66F7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 xmlns:a="http://schemas.openxmlformats.org/drawingml/2006/main">
              <a:ext uri="{FF2B5EF4-FFF2-40B4-BE49-F238E27FC236}">
                <a16:creationId xmlns:a16="http://schemas.microsoft.com/office/drawing/2014/main" id="{D44401D5-C818-438B-BD3D-BF944716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EDCED6F2-E37B-4B82-B34A-2227F406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C0D1284A-EE9D-4BB8-8A2D-5C3D8E38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 xmlns:a="http://schemas.openxmlformats.org/drawingml/2006/main">
              <a:ext uri="{FF2B5EF4-FFF2-40B4-BE49-F238E27FC236}">
                <a16:creationId xmlns:a16="http://schemas.microsoft.com/office/drawing/2014/main" id="{C3169DA8-40A9-4EA6-93C0-6C72E09D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 xmlns:a="http://schemas.openxmlformats.org/drawingml/2006/main">
              <a:ext uri="{FF2B5EF4-FFF2-40B4-BE49-F238E27FC236}">
                <a16:creationId xmlns:a16="http://schemas.microsoft.com/office/drawing/2014/main" id="{E463E0B9-3836-44F5-B4E9-0E945480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 xmlns:a="http://schemas.openxmlformats.org/drawingml/2006/main">
              <a:ext uri="{FF2B5EF4-FFF2-40B4-BE49-F238E27FC236}">
                <a16:creationId xmlns:a16="http://schemas.microsoft.com/office/drawing/2014/main" id="{2D64366B-A939-4915-A8A1-33244F62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ep-2">
            <a:extLst xmlns:a="http://schemas.openxmlformats.org/drawingml/2006/main">
              <a:ext uri="{FF2B5EF4-FFF2-40B4-BE49-F238E27FC236}">
                <a16:creationId xmlns:a16="http://schemas.microsoft.com/office/drawing/2014/main" id="{56C96994-8890-4657-A0E9-E8F679F5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 xmlns:a="http://schemas.openxmlformats.org/drawingml/2006/main">
              <a:ext uri="{FF2B5EF4-FFF2-40B4-BE49-F238E27FC236}">
                <a16:creationId xmlns:a16="http://schemas.microsoft.com/office/drawing/2014/main" id="{BEFB5863-56B7-45FF-AF7C-D64CE267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00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 xmlns:a="http://schemas.openxmlformats.org/drawingml/2006/main">
              <a:ext uri="{FF2B5EF4-FFF2-40B4-BE49-F238E27FC236}">
                <a16:creationId xmlns:a16="http://schemas.microsoft.com/office/drawing/2014/main" id="{E55D5DD0-71AE-4790-950A-64BF78ED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 xmlns:a="http://schemas.openxmlformats.org/drawingml/2006/main">
              <a:ext uri="{FF2B5EF4-FFF2-40B4-BE49-F238E27FC236}">
                <a16:creationId xmlns:a16="http://schemas.microsoft.com/office/drawing/2014/main" id="{7A62648E-DA75-4A1E-81D1-F7AAFA79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ep-3">
            <a:extLst xmlns:a="http://schemas.openxmlformats.org/drawingml/2006/main">
              <a:ext uri="{FF2B5EF4-FFF2-40B4-BE49-F238E27FC236}">
                <a16:creationId xmlns:a16="http://schemas.microsoft.com/office/drawing/2014/main" id="{41F3ECD7-C330-40F3-897E-4D4B67D0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 xmlns:a="http://schemas.openxmlformats.org/drawingml/2006/main">
              <a:ext uri="{FF2B5EF4-FFF2-40B4-BE49-F238E27FC236}">
                <a16:creationId xmlns:a16="http://schemas.microsoft.com/office/drawing/2014/main" id="{6886FA3C-2366-4BD9-9C8A-CA7B600E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 xmlns:a="http://schemas.openxmlformats.org/drawingml/2006/main">
              <a:ext uri="{FF2B5EF4-FFF2-40B4-BE49-F238E27FC236}">
                <a16:creationId xmlns:a16="http://schemas.microsoft.com/office/drawing/2014/main" id="{7BA35F0D-C87C-4B93-A31C-6F2C77FF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 xmlns:a="http://schemas.openxmlformats.org/drawingml/2006/main">
              <a:ext uri="{FF2B5EF4-FFF2-40B4-BE49-F238E27FC236}">
                <a16:creationId xmlns:a16="http://schemas.microsoft.com/office/drawing/2014/main" id="{CE9F4B86-A0B4-46E4-92FA-8D8FF863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2C5361BC-3142-4EB0-8858-25ED8A0F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 xmlns:a="http://schemas.openxmlformats.org/drawingml/2006/main">
              <a:ext uri="{FF2B5EF4-FFF2-40B4-BE49-F238E27FC236}">
                <a16:creationId xmlns:a16="http://schemas.microsoft.com/office/drawing/2014/main" id="{B30A0666-01E5-400A-AE25-FA90FC5D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05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 xmlns:a="http://schemas.openxmlformats.org/drawingml/2006/main">
              <a:ext uri="{FF2B5EF4-FFF2-40B4-BE49-F238E27FC236}">
                <a16:creationId xmlns:a16="http://schemas.microsoft.com/office/drawing/2014/main" id="{DD63117B-8779-4D03-B198-3D0E4D06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 xmlns:a="http://schemas.openxmlformats.org/drawingml/2006/main">
              <a:ext uri="{FF2B5EF4-FFF2-40B4-BE49-F238E27FC236}">
                <a16:creationId xmlns:a16="http://schemas.microsoft.com/office/drawing/2014/main" id="{2FEBDF47-4043-408F-9EBB-4B6B03DF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673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bottom">
            <a:extLst xmlns:a="http://schemas.openxmlformats.org/drawingml/2006/main">
              <a:ext uri="{FF2B5EF4-FFF2-40B4-BE49-F238E27FC236}">
                <a16:creationId xmlns:a16="http://schemas.microsoft.com/office/drawing/2014/main" id="{420A6EF0-263F-4A52-8A26-C1CCCD25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34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4560671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C2A8919-41F3-422A-B6A3-2EEE9642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SUPPLEMENT: BAOYU PRACTICE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4AEC6BB-A960-456A-9BE6-D3CD0201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把投影片當成可預覽、可修補、可驗證的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543B8B8-4017-47FA-8EA9-EB7223D7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12/23</a:t>
            </a:r>
          </a:p>
        </p:txBody>
      </p:sp>
      <p:sp>
        <p:nvSpPr>
          <p:cNvPr id="4" name="source">
            <a:extLst xmlns:a="http://schemas.openxmlformats.org/drawingml/2006/main">
              <a:ext uri="{FF2B5EF4-FFF2-40B4-BE49-F238E27FC236}">
                <a16:creationId xmlns:a16="http://schemas.microsoft.com/office/drawing/2014/main" id="{A93536B9-1744-432D-BF0B-97F2B69A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621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Source case: X @dotey / baoyu-design skill，示範以 agent 補足 PPTX 動畫輸出的格式限制。</a:t>
            </a:r>
          </a:p>
        </p:txBody>
      </p:sp>
      <p:sp>
        <p:nvSpPr>
          <p:cNvPr id="5" name="artifact-step-0">
            <a:extLst xmlns:a="http://schemas.openxmlformats.org/drawingml/2006/main">
              <a:ext uri="{FF2B5EF4-FFF2-40B4-BE49-F238E27FC236}">
                <a16:creationId xmlns:a16="http://schemas.microsoft.com/office/drawing/2014/main" id="{32FFA964-1B80-4C6C-81F6-49D8E4C7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22288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artifact-num-0">
            <a:extLst xmlns:a="http://schemas.openxmlformats.org/drawingml/2006/main">
              <a:ext uri="{FF2B5EF4-FFF2-40B4-BE49-F238E27FC236}">
                <a16:creationId xmlns:a16="http://schemas.microsoft.com/office/drawing/2014/main" id="{C3EA5D74-E79C-4A22-AE55-DB572CF6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artifact-title-0">
            <a:extLst xmlns:a="http://schemas.openxmlformats.org/drawingml/2006/main">
              <a:ext uri="{FF2B5EF4-FFF2-40B4-BE49-F238E27FC236}">
                <a16:creationId xmlns:a16="http://schemas.microsoft.com/office/drawing/2014/main" id="{78B730A2-B21F-4145-A5F7-7819D869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431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HTML prototype</a:t>
            </a:r>
          </a:p>
        </p:txBody>
      </p:sp>
      <p:sp>
        <p:nvSpPr>
          <p:cNvPr id="8" name="artifact-copy-0">
            <a:extLst xmlns:a="http://schemas.openxmlformats.org/drawingml/2006/main">
              <a:ext uri="{FF2B5EF4-FFF2-40B4-BE49-F238E27FC236}">
                <a16:creationId xmlns:a16="http://schemas.microsoft.com/office/drawing/2014/main" id="{17046C4E-73A9-4781-A6C4-1B4D4F47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14650"/>
            <a:ext cx="1771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先用瀏覽器確認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版面、動畫節奏與互動</a:t>
            </a:r>
          </a:p>
        </p:txBody>
      </p:sp>
      <p:sp>
        <p:nvSpPr>
          <p:cNvPr id="9" name="artifact-arrow-0">
            <a:extLst xmlns:a="http://schemas.openxmlformats.org/drawingml/2006/main">
              <a:ext uri="{FF2B5EF4-FFF2-40B4-BE49-F238E27FC236}">
                <a16:creationId xmlns:a16="http://schemas.microsoft.com/office/drawing/2014/main" id="{382F02DC-13DF-40FD-9F8A-120C060D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24150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artifact-step-1">
            <a:extLst xmlns:a="http://schemas.openxmlformats.org/drawingml/2006/main">
              <a:ext uri="{FF2B5EF4-FFF2-40B4-BE49-F238E27FC236}">
                <a16:creationId xmlns:a16="http://schemas.microsoft.com/office/drawing/2014/main" id="{BD7ADAA2-C2F4-4428-9F4F-18C98AA1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2288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artifact-num-1">
            <a:extLst xmlns:a="http://schemas.openxmlformats.org/drawingml/2006/main">
              <a:ext uri="{FF2B5EF4-FFF2-40B4-BE49-F238E27FC236}">
                <a16:creationId xmlns:a16="http://schemas.microsoft.com/office/drawing/2014/main" id="{602D04CD-D67F-47BE-956C-E4D29D4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86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artifact-title-1">
            <a:extLst xmlns:a="http://schemas.openxmlformats.org/drawingml/2006/main">
              <a:ext uri="{FF2B5EF4-FFF2-40B4-BE49-F238E27FC236}">
                <a16:creationId xmlns:a16="http://schemas.microsoft.com/office/drawing/2014/main" id="{8A7E0E8B-6B52-4DCE-A3D1-B02E3DB7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31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Export PPTX</a:t>
            </a:r>
          </a:p>
        </p:txBody>
      </p:sp>
      <p:sp>
        <p:nvSpPr>
          <p:cNvPr id="13" name="artifact-copy-1">
            <a:extLst xmlns:a="http://schemas.openxmlformats.org/drawingml/2006/main">
              <a:ext uri="{FF2B5EF4-FFF2-40B4-BE49-F238E27FC236}">
                <a16:creationId xmlns:a16="http://schemas.microsoft.com/office/drawing/2014/main" id="{81FF7F0F-924D-476F-A2B6-AD55122F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14650"/>
            <a:ext cx="1771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轉成 PowerPoint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保留可編輯交付格式</a:t>
            </a:r>
          </a:p>
        </p:txBody>
      </p:sp>
      <p:sp>
        <p:nvSpPr>
          <p:cNvPr id="14" name="artifact-arrow-1">
            <a:extLst xmlns:a="http://schemas.openxmlformats.org/drawingml/2006/main">
              <a:ext uri="{FF2B5EF4-FFF2-40B4-BE49-F238E27FC236}">
                <a16:creationId xmlns:a16="http://schemas.microsoft.com/office/drawing/2014/main" id="{FFE72A7A-1CE1-4F23-8EF8-02358141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24150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artifact-step-2">
            <a:extLst xmlns:a="http://schemas.openxmlformats.org/drawingml/2006/main">
              <a:ext uri="{FF2B5EF4-FFF2-40B4-BE49-F238E27FC236}">
                <a16:creationId xmlns:a16="http://schemas.microsoft.com/office/drawing/2014/main" id="{00A06295-14CE-4765-B5DC-CFDAA8EA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2288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6" name="artifact-num-2">
            <a:extLst xmlns:a="http://schemas.openxmlformats.org/drawingml/2006/main">
              <a:ext uri="{FF2B5EF4-FFF2-40B4-BE49-F238E27FC236}">
                <a16:creationId xmlns:a16="http://schemas.microsoft.com/office/drawing/2014/main" id="{CB896FFD-B05C-40CA-836A-95C6725E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86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artifact-title-2">
            <a:extLst xmlns:a="http://schemas.openxmlformats.org/drawingml/2006/main">
              <a:ext uri="{FF2B5EF4-FFF2-40B4-BE49-F238E27FC236}">
                <a16:creationId xmlns:a16="http://schemas.microsoft.com/office/drawing/2014/main" id="{0561A346-0928-4809-AD5D-54B0D3D0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Patch Open XML</a:t>
            </a:r>
          </a:p>
        </p:txBody>
      </p:sp>
      <p:sp>
        <p:nvSpPr>
          <p:cNvPr id="18" name="artifact-copy-2">
            <a:extLst xmlns:a="http://schemas.openxmlformats.org/drawingml/2006/main">
              <a:ext uri="{FF2B5EF4-FFF2-40B4-BE49-F238E27FC236}">
                <a16:creationId xmlns:a16="http://schemas.microsoft.com/office/drawing/2014/main" id="{8BA56B24-F3C4-44B3-9B19-28283248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14650"/>
            <a:ext cx="1771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當函式庫不支援動畫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coding agent 修補 XML</a:t>
            </a:r>
          </a:p>
        </p:txBody>
      </p:sp>
      <p:sp>
        <p:nvSpPr>
          <p:cNvPr id="19" name="artifact-arrow-2">
            <a:extLst xmlns:a="http://schemas.openxmlformats.org/drawingml/2006/main">
              <a:ext uri="{FF2B5EF4-FFF2-40B4-BE49-F238E27FC236}">
                <a16:creationId xmlns:a16="http://schemas.microsoft.com/office/drawing/2014/main" id="{77A583A3-4307-4CF9-88E9-91B5FEDE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24150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artifact-step-3">
            <a:extLst xmlns:a="http://schemas.openxmlformats.org/drawingml/2006/main">
              <a:ext uri="{FF2B5EF4-FFF2-40B4-BE49-F238E27FC236}">
                <a16:creationId xmlns:a16="http://schemas.microsoft.com/office/drawing/2014/main" id="{8C75790E-F1E2-413D-9596-71236569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22288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21" name="artifact-num-3">
            <a:extLst xmlns:a="http://schemas.openxmlformats.org/drawingml/2006/main">
              <a:ext uri="{FF2B5EF4-FFF2-40B4-BE49-F238E27FC236}">
                <a16:creationId xmlns:a16="http://schemas.microsoft.com/office/drawing/2014/main" id="{3F898F82-CB6D-490C-BA79-6BA6385C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86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artifact-title-3">
            <a:extLst xmlns:a="http://schemas.openxmlformats.org/drawingml/2006/main">
              <a:ext uri="{FF2B5EF4-FFF2-40B4-BE49-F238E27FC236}">
                <a16:creationId xmlns:a16="http://schemas.microsoft.com/office/drawing/2014/main" id="{4A49685C-9AC4-4EE3-B199-7BF5A76D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431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Playback QA</a:t>
            </a:r>
          </a:p>
        </p:txBody>
      </p:sp>
      <p:sp>
        <p:nvSpPr>
          <p:cNvPr id="23" name="artifact-copy-3">
            <a:extLst xmlns:a="http://schemas.openxmlformats.org/drawingml/2006/main">
              <a:ext uri="{FF2B5EF4-FFF2-40B4-BE49-F238E27FC236}">
                <a16:creationId xmlns:a16="http://schemas.microsoft.com/office/drawing/2014/main" id="{478B9E58-B742-421C-BC9A-81207231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14650"/>
            <a:ext cx="1771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在 Keynote / PowerPoint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逐頁播放、截圖、比對</a:t>
            </a:r>
          </a:p>
        </p:txBody>
      </p:sp>
      <p:sp>
        <p:nvSpPr>
          <p:cNvPr id="24" name="pattern-box">
            <a:extLst xmlns:a="http://schemas.openxmlformats.org/drawingml/2006/main">
              <a:ext uri="{FF2B5EF4-FFF2-40B4-BE49-F238E27FC236}">
                <a16:creationId xmlns:a16="http://schemas.microsoft.com/office/drawing/2014/main" id="{F13644B7-AB1E-44C0-8CAC-E134F990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47434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25" name="pattern-title">
            <a:extLst xmlns:a="http://schemas.openxmlformats.org/drawingml/2006/main">
              <a:ext uri="{FF2B5EF4-FFF2-40B4-BE49-F238E27FC236}">
                <a16:creationId xmlns:a16="http://schemas.microsoft.com/office/drawing/2014/main" id="{E900B775-9DCB-4D53-93DB-CED04EB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課堂要帶走的技巧</a:t>
            </a:r>
          </a:p>
        </p:txBody>
      </p:sp>
      <p:sp>
        <p:nvSpPr>
          <p:cNvPr id="26" name="pattern-list">
            <a:extLst xmlns:a="http://schemas.openxmlformats.org/drawingml/2006/main">
              <a:ext uri="{FF2B5EF4-FFF2-40B4-BE49-F238E27FC236}">
                <a16:creationId xmlns:a16="http://schemas.microsoft.com/office/drawing/2014/main" id="{AEAD8593-0C64-4A14-947A-EEB71583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101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先產生可視化 artifact，再做格式輸出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把工具限制轉成 agent 可檢查的修補任務</a:t>
            </a:r>
          </a:p>
        </p:txBody>
      </p:sp>
      <p:sp>
        <p:nvSpPr>
          <p:cNvPr id="27" name="guardrail-box">
            <a:extLst xmlns:a="http://schemas.openxmlformats.org/drawingml/2006/main">
              <a:ext uri="{FF2B5EF4-FFF2-40B4-BE49-F238E27FC236}">
                <a16:creationId xmlns:a16="http://schemas.microsoft.com/office/drawing/2014/main" id="{0A88AF72-1E1E-468C-BB80-FB2A8392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47434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8" name="guardrail-title">
            <a:extLst xmlns:a="http://schemas.openxmlformats.org/drawingml/2006/main">
              <a:ext uri="{FF2B5EF4-FFF2-40B4-BE49-F238E27FC236}">
                <a16:creationId xmlns:a16="http://schemas.microsoft.com/office/drawing/2014/main" id="{4ED6097B-7C14-43C9-ACF3-355E7C85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667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生醫教材中的邊界</a:t>
            </a:r>
          </a:p>
        </p:txBody>
      </p:sp>
      <p:sp>
        <p:nvSpPr>
          <p:cNvPr id="29" name="guardrail-list">
            <a:extLst xmlns:a="http://schemas.openxmlformats.org/drawingml/2006/main">
              <a:ext uri="{FF2B5EF4-FFF2-40B4-BE49-F238E27FC236}">
                <a16:creationId xmlns:a16="http://schemas.microsoft.com/office/drawing/2014/main" id="{6235A7F5-DAEE-4274-B38F-691B2964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101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動畫與排版是 presentation artifact，不是證據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交付前必須人工播放檢查與保留來源紀錄</a:t>
            </a:r>
          </a:p>
        </p:txBody>
      </p:sp>
      <p:sp>
        <p:nvSpPr>
          <p:cNvPr id="30" name="bottom">
            <a:extLst xmlns:a="http://schemas.openxmlformats.org/drawingml/2006/main">
              <a:ext uri="{FF2B5EF4-FFF2-40B4-BE49-F238E27FC236}">
                <a16:creationId xmlns:a16="http://schemas.microsoft.com/office/drawing/2014/main" id="{A51BDEA4-2674-49C2-AB1F-D0AEBBCC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791200"/>
            <a:ext cx="880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重點不是炫技，而是讓 agent 產出的檔案能被人打開、修改、播放與追蹤。</a:t>
            </a:r>
          </a:p>
        </p:txBody>
      </p:sp>
    </p:spTree>
    <p:extLst>
      <p:ext uri="{BB962C8B-B14F-4D97-AF65-F5344CB8AC3E}">
        <p14:creationId xmlns:p14="http://schemas.microsoft.com/office/powerpoint/2010/main" val="14360201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CE7923D-CADE-41F2-B064-06046839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8BF1B8E-4243-43B1-A844-F668063B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F46CC74-552D-4382-97CC-C48DD2AD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13/23</a:t>
            </a:r>
          </a:p>
        </p:txBody>
      </p:sp>
      <p:sp>
        <p:nvSpPr>
          <p:cNvPr id="4" name="good">
            <a:extLst xmlns:a="http://schemas.openxmlformats.org/drawingml/2006/main">
              <a:ext uri="{FF2B5EF4-FFF2-40B4-BE49-F238E27FC236}">
                <a16:creationId xmlns:a16="http://schemas.microsoft.com/office/drawing/2014/main" id="{B5950092-C0C3-4C71-B6DE-96379397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ad">
            <a:extLst xmlns:a="http://schemas.openxmlformats.org/drawingml/2006/main">
              <a:ext uri="{FF2B5EF4-FFF2-40B4-BE49-F238E27FC236}">
                <a16:creationId xmlns:a16="http://schemas.microsoft.com/office/drawing/2014/main" id="{41151322-DF83-441A-A474-B8814473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good-title">
            <a:extLst xmlns:a="http://schemas.openxmlformats.org/drawingml/2006/main">
              <a:ext uri="{FF2B5EF4-FFF2-40B4-BE49-F238E27FC236}">
                <a16:creationId xmlns:a16="http://schemas.microsoft.com/office/drawing/2014/main" id="{9420F1EB-B52E-4D02-8A2E-908D0549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 xmlns:a="http://schemas.openxmlformats.org/drawingml/2006/main">
              <a:ext uri="{FF2B5EF4-FFF2-40B4-BE49-F238E27FC236}">
                <a16:creationId xmlns:a16="http://schemas.microsoft.com/office/drawing/2014/main" id="{0AA19BE9-AA9A-4F6C-B1D4-F7263964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 xmlns:a="http://schemas.openxmlformats.org/drawingml/2006/main">
              <a:ext uri="{FF2B5EF4-FFF2-40B4-BE49-F238E27FC236}">
                <a16:creationId xmlns:a16="http://schemas.microsoft.com/office/drawing/2014/main" id="{D4BA5181-410D-44CC-B645-6F980F82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 xmlns:a="http://schemas.openxmlformats.org/drawingml/2006/main">
              <a:ext uri="{FF2B5EF4-FFF2-40B4-BE49-F238E27FC236}">
                <a16:creationId xmlns:a16="http://schemas.microsoft.com/office/drawing/2014/main" id="{D5503CD0-097A-463A-8AC8-6E904314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DEB04261-5480-456F-9FEE-D6FFEDA7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197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13767117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BC6B939-1580-4D8D-9981-CF189E1E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98EAA8D-1D95-405A-AFB5-118F8056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826F39A-5F8E-4D5A-897F-47DA4CE8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14/23</a:t>
            </a:r>
          </a:p>
        </p:txBody>
      </p:sp>
      <p:sp>
        <p:nvSpPr>
          <p:cNvPr id="4" name="risk-0">
            <a:extLst xmlns:a="http://schemas.openxmlformats.org/drawingml/2006/main">
              <a:ext uri="{FF2B5EF4-FFF2-40B4-BE49-F238E27FC236}">
                <a16:creationId xmlns:a16="http://schemas.microsoft.com/office/drawing/2014/main" id="{F3D19413-8E30-4A51-9E45-80FF3849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CBD1EE1C-87DE-46E5-8D6F-52813E27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 xmlns:a="http://schemas.openxmlformats.org/drawingml/2006/main">
              <a:ext uri="{FF2B5EF4-FFF2-40B4-BE49-F238E27FC236}">
                <a16:creationId xmlns:a16="http://schemas.microsoft.com/office/drawing/2014/main" id="{8BC07C7C-063A-4CB7-94DF-56A7F7C7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 xmlns:a="http://schemas.openxmlformats.org/drawingml/2006/main">
              <a:ext uri="{FF2B5EF4-FFF2-40B4-BE49-F238E27FC236}">
                <a16:creationId xmlns:a16="http://schemas.microsoft.com/office/drawing/2014/main" id="{621EC4F0-45E8-465E-86B3-85A08CD0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2C6B111A-5113-4901-AA7D-53701798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 xmlns:a="http://schemas.openxmlformats.org/drawingml/2006/main">
              <a:ext uri="{FF2B5EF4-FFF2-40B4-BE49-F238E27FC236}">
                <a16:creationId xmlns:a16="http://schemas.microsoft.com/office/drawing/2014/main" id="{8D9CD6EE-2900-4AF4-8A7A-7851F071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 xmlns:a="http://schemas.openxmlformats.org/drawingml/2006/main">
              <a:ext uri="{FF2B5EF4-FFF2-40B4-BE49-F238E27FC236}">
                <a16:creationId xmlns:a16="http://schemas.microsoft.com/office/drawing/2014/main" id="{1FD850EA-14D9-42F7-A26E-B99DF2F3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AD235032-3A0A-4E2A-951D-D3096EEF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 xmlns:a="http://schemas.openxmlformats.org/drawingml/2006/main">
              <a:ext uri="{FF2B5EF4-FFF2-40B4-BE49-F238E27FC236}">
                <a16:creationId xmlns:a16="http://schemas.microsoft.com/office/drawing/2014/main" id="{48C7AF0B-9FBB-407D-AA30-A74828D0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 xmlns:a="http://schemas.openxmlformats.org/drawingml/2006/main">
              <a:ext uri="{FF2B5EF4-FFF2-40B4-BE49-F238E27FC236}">
                <a16:creationId xmlns:a16="http://schemas.microsoft.com/office/drawing/2014/main" id="{AED87FFC-A708-4B5B-BEA0-6BE6DA4E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BFC8C746-C385-4D0F-B350-739280EF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 xmlns:a="http://schemas.openxmlformats.org/drawingml/2006/main">
              <a:ext uri="{FF2B5EF4-FFF2-40B4-BE49-F238E27FC236}">
                <a16:creationId xmlns:a16="http://schemas.microsoft.com/office/drawing/2014/main" id="{E2B77DAD-7FC5-4A40-8188-C50F347E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7D57DD9C-0146-4AAD-964F-7AF8B1AD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3657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8333236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6BFFE67-D4EF-4FF4-ACFD-81731C24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0C7EA92-316E-47FB-AF62-9D3FAEDC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B906D6E-013F-4B7C-B4F3-5944BA85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15/23</a:t>
            </a:r>
          </a:p>
        </p:txBody>
      </p:sp>
      <p:sp>
        <p:nvSpPr>
          <p:cNvPr id="4" name="stage-line">
            <a:extLst xmlns:a="http://schemas.openxmlformats.org/drawingml/2006/main">
              <a:ext uri="{FF2B5EF4-FFF2-40B4-BE49-F238E27FC236}">
                <a16:creationId xmlns:a16="http://schemas.microsoft.com/office/drawing/2014/main" id="{83507BFA-22DC-4CCB-ACE8-75DA7DB3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24200"/>
            <a:ext cx="851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age-0">
            <a:extLst xmlns:a="http://schemas.openxmlformats.org/drawingml/2006/main">
              <a:ext uri="{FF2B5EF4-FFF2-40B4-BE49-F238E27FC236}">
                <a16:creationId xmlns:a16="http://schemas.microsoft.com/office/drawing/2014/main" id="{FC40FCEA-F2E2-419E-886C-A09DEAE9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FF813E09-2708-4586-AF2A-1D68FE6C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179B5DC6-1673-4038-9494-E3E789C8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0D271C6F-C45B-400E-B062-E9983B74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 xmlns:a="http://schemas.openxmlformats.org/drawingml/2006/main">
              <a:ext uri="{FF2B5EF4-FFF2-40B4-BE49-F238E27FC236}">
                <a16:creationId xmlns:a16="http://schemas.microsoft.com/office/drawing/2014/main" id="{61DA507A-2BCD-4802-B9BB-F8B0E04D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7804EB12-B48B-4F5E-A057-69DA2616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27397E13-39EA-4BC1-9127-866B11E5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903073B5-2D4F-4522-8CC7-44255FD3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 xmlns:a="http://schemas.openxmlformats.org/drawingml/2006/main">
              <a:ext uri="{FF2B5EF4-FFF2-40B4-BE49-F238E27FC236}">
                <a16:creationId xmlns:a16="http://schemas.microsoft.com/office/drawing/2014/main" id="{58C1852D-55FF-4637-B591-E810D836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74AC7C56-B84F-4919-BA9F-58D6636B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CB4623F1-BE72-44ED-9045-7A1619F2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3631257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E40BF12-4F8C-44F2-BC14-A11E1F58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FDCC513-A38E-4CD6-9422-A386846B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212E18D-F4F4-4CE6-AAC7-9240B0F9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16/23</a:t>
            </a:r>
          </a:p>
        </p:txBody>
      </p:sp>
      <p:sp>
        <p:nvSpPr>
          <p:cNvPr id="4" name="line-0">
            <a:extLst xmlns:a="http://schemas.openxmlformats.org/drawingml/2006/main">
              <a:ext uri="{FF2B5EF4-FFF2-40B4-BE49-F238E27FC236}">
                <a16:creationId xmlns:a16="http://schemas.microsoft.com/office/drawing/2014/main" id="{7AD00BF6-7345-49DC-BD8A-69697116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5" name="line-1">
            <a:extLst xmlns:a="http://schemas.openxmlformats.org/drawingml/2006/main">
              <a:ext uri="{FF2B5EF4-FFF2-40B4-BE49-F238E27FC236}">
                <a16:creationId xmlns:a16="http://schemas.microsoft.com/office/drawing/2014/main" id="{743482A2-82C4-40AF-BE81-DB79C75F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line-2">
            <a:extLst xmlns:a="http://schemas.openxmlformats.org/drawingml/2006/main">
              <a:ext uri="{FF2B5EF4-FFF2-40B4-BE49-F238E27FC236}">
                <a16:creationId xmlns:a16="http://schemas.microsoft.com/office/drawing/2014/main" id="{6E5E5420-6883-46BE-8D2D-2BA34E66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line-3">
            <a:extLst xmlns:a="http://schemas.openxmlformats.org/drawingml/2006/main">
              <a:ext uri="{FF2B5EF4-FFF2-40B4-BE49-F238E27FC236}">
                <a16:creationId xmlns:a16="http://schemas.microsoft.com/office/drawing/2014/main" id="{45C61B17-072B-4AF9-885A-63B360B3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line-4">
            <a:extLst xmlns:a="http://schemas.openxmlformats.org/drawingml/2006/main">
              <a:ext uri="{FF2B5EF4-FFF2-40B4-BE49-F238E27FC236}">
                <a16:creationId xmlns:a16="http://schemas.microsoft.com/office/drawing/2014/main" id="{9E792A9E-1692-4188-B487-4FE0FD37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9" name="num-0">
            <a:extLst xmlns:a="http://schemas.openxmlformats.org/drawingml/2006/main">
              <a:ext uri="{FF2B5EF4-FFF2-40B4-BE49-F238E27FC236}">
                <a16:creationId xmlns:a16="http://schemas.microsoft.com/office/drawing/2014/main" id="{F0955D09-90C3-4854-91F3-7D16A696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 xmlns:a="http://schemas.openxmlformats.org/drawingml/2006/main">
              <a:ext uri="{FF2B5EF4-FFF2-40B4-BE49-F238E27FC236}">
                <a16:creationId xmlns:a16="http://schemas.microsoft.com/office/drawing/2014/main" id="{2FEA6A9D-7761-43B4-BEF1-F4F390AD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7EF67042-59D0-4F82-B8DB-DDC15D27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C94B1284-ACF0-4203-8EAD-FACBA562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D10BDF6C-541C-4725-9913-7E92428C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9FA53290-CE46-4FFC-8CB3-5011BC59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 xmlns:a="http://schemas.openxmlformats.org/drawingml/2006/main">
              <a:ext uri="{FF2B5EF4-FFF2-40B4-BE49-F238E27FC236}">
                <a16:creationId xmlns:a16="http://schemas.microsoft.com/office/drawing/2014/main" id="{9AB08299-EC6D-4D1D-8593-42B961D3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3EA6C3B7-8129-41FC-BF62-DD6D145B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3E7E7BDA-6981-4FA5-966E-3C682475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F4BDE75D-6F7A-4C3C-A987-E7931259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 xmlns:a="http://schemas.openxmlformats.org/drawingml/2006/main">
              <a:ext uri="{FF2B5EF4-FFF2-40B4-BE49-F238E27FC236}">
                <a16:creationId xmlns:a16="http://schemas.microsoft.com/office/drawing/2014/main" id="{897CBB02-26F3-4C11-AD68-5A2D50F8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 xmlns:a="http://schemas.openxmlformats.org/drawingml/2006/main">
              <a:ext uri="{FF2B5EF4-FFF2-40B4-BE49-F238E27FC236}">
                <a16:creationId xmlns:a16="http://schemas.microsoft.com/office/drawing/2014/main" id="{5F1A3219-5E00-4D58-9478-CEB88621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585EF382-9165-4472-A554-7458CDA8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7848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rule-text">
            <a:extLst xmlns:a="http://schemas.openxmlformats.org/drawingml/2006/main">
              <a:ext uri="{FF2B5EF4-FFF2-40B4-BE49-F238E27FC236}">
                <a16:creationId xmlns:a16="http://schemas.microsoft.com/office/drawing/2014/main" id="{0C004801-86D1-4525-A838-D30258C1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33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4983433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4" grpId="0" animBg="1"/>
      <p:bldP spid="11" grpId="0" animBg="1"/>
      <p:bldP spid="12" grpId="0" animBg="1"/>
      <p:bldP spid="5" grpId="0" animBg="1"/>
      <p:bldP spid="13" grpId="0" animBg="1"/>
      <p:bldP spid="14" grpId="0" animBg="1"/>
      <p:bldP spid="6" grpId="0" animBg="1"/>
      <p:bldP spid="15" grpId="0" animBg="1"/>
      <p:bldP spid="16" grpId="0" animBg="1"/>
      <p:bldP spid="7" grpId="0" animBg="1"/>
      <p:bldP spid="17" grpId="0" animBg="1"/>
      <p:bldP spid="18" grpId="0" animBg="1"/>
      <p:bldP spid="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1DE57AA-EF88-4A43-863A-C67CFCE4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34E1564-67CA-4585-A7DA-3C96C462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24F5434-1AA6-4211-B6C0-5CC6DEC6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17/23</a:t>
            </a:r>
          </a:p>
        </p:txBody>
      </p:sp>
      <p:sp>
        <p:nvSpPr>
          <p:cNvPr id="4" name="matrix">
            <a:extLst xmlns:a="http://schemas.openxmlformats.org/drawingml/2006/main">
              <a:ext uri="{FF2B5EF4-FFF2-40B4-BE49-F238E27FC236}">
                <a16:creationId xmlns:a16="http://schemas.microsoft.com/office/drawing/2014/main" id="{02CD296E-DA79-461E-8A70-3CCD09B7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81200"/>
            <a:ext cx="7429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vline">
            <a:extLst xmlns:a="http://schemas.openxmlformats.org/drawingml/2006/main">
              <a:ext uri="{FF2B5EF4-FFF2-40B4-BE49-F238E27FC236}">
                <a16:creationId xmlns:a16="http://schemas.microsoft.com/office/drawing/2014/main" id="{AAB50B6A-DC3A-4AA7-9F12-4ABD26C3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812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hline">
            <a:extLst xmlns:a="http://schemas.openxmlformats.org/drawingml/2006/main">
              <a:ext uri="{FF2B5EF4-FFF2-40B4-BE49-F238E27FC236}">
                <a16:creationId xmlns:a16="http://schemas.microsoft.com/office/drawing/2014/main" id="{7AF939D8-C61D-4D07-B860-E4CABDA6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7" name="axis-x">
            <a:extLst xmlns:a="http://schemas.openxmlformats.org/drawingml/2006/main">
              <a:ext uri="{FF2B5EF4-FFF2-40B4-BE49-F238E27FC236}">
                <a16:creationId xmlns:a16="http://schemas.microsoft.com/office/drawing/2014/main" id="{E08AC1C8-A84A-4BB5-BB2F-697FBE1B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52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 xmlns:a="http://schemas.openxmlformats.org/drawingml/2006/main">
              <a:ext uri="{FF2B5EF4-FFF2-40B4-BE49-F238E27FC236}">
                <a16:creationId xmlns:a16="http://schemas.microsoft.com/office/drawing/2014/main" id="{92A1FF2A-457F-453F-A0B3-FE9AEDE0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295C8FF6-F555-4309-B613-27B8543B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71CA55C8-C744-456D-9529-E4A06AF0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983DB9DC-09D8-4ECC-A605-3DE7CEE5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C6E02CE8-A779-4CB7-9C05-8961DB4B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 xmlns:a="http://schemas.openxmlformats.org/drawingml/2006/main">
              <a:ext uri="{FF2B5EF4-FFF2-40B4-BE49-F238E27FC236}">
                <a16:creationId xmlns:a16="http://schemas.microsoft.com/office/drawing/2014/main" id="{E551EE05-A13F-4982-B7C4-CB0F5959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905500"/>
            <a:ext cx="744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18740142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03F4253-DBBC-4819-99D6-C7B8ED46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A40FCB6-2594-4798-A4D4-94037081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DD7BA62-4AE2-4FB8-93E5-31D25DC5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18/23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9BA44E01-EB3D-48B9-AF17-336AB1C2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 xmlns:a="http://schemas.openxmlformats.org/drawingml/2006/main">
              <a:ext uri="{FF2B5EF4-FFF2-40B4-BE49-F238E27FC236}">
                <a16:creationId xmlns:a16="http://schemas.microsoft.com/office/drawing/2014/main" id="{2A5EDDA1-4E6D-48BB-840E-07B72742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57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 xmlns:a="http://schemas.openxmlformats.org/drawingml/2006/main">
              <a:ext uri="{FF2B5EF4-FFF2-40B4-BE49-F238E27FC236}">
                <a16:creationId xmlns:a16="http://schemas.microsoft.com/office/drawing/2014/main" id="{09828189-8BA2-4332-962B-420EE3E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7" name="tool-1">
            <a:extLst xmlns:a="http://schemas.openxmlformats.org/drawingml/2006/main">
              <a:ext uri="{FF2B5EF4-FFF2-40B4-BE49-F238E27FC236}">
                <a16:creationId xmlns:a16="http://schemas.microsoft.com/office/drawing/2014/main" id="{812CDE63-9ABF-498C-894D-E41D2098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 xmlns:a="http://schemas.openxmlformats.org/drawingml/2006/main">
              <a:ext uri="{FF2B5EF4-FFF2-40B4-BE49-F238E27FC236}">
                <a16:creationId xmlns:a16="http://schemas.microsoft.com/office/drawing/2014/main" id="{7C86C5EB-0730-48EC-A867-84730221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 xmlns:a="http://schemas.openxmlformats.org/drawingml/2006/main">
              <a:ext uri="{FF2B5EF4-FFF2-40B4-BE49-F238E27FC236}">
                <a16:creationId xmlns:a16="http://schemas.microsoft.com/office/drawing/2014/main" id="{9E4541DE-9E60-4660-ACF8-6BAFD745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tool-2">
            <a:extLst xmlns:a="http://schemas.openxmlformats.org/drawingml/2006/main">
              <a:ext uri="{FF2B5EF4-FFF2-40B4-BE49-F238E27FC236}">
                <a16:creationId xmlns:a16="http://schemas.microsoft.com/office/drawing/2014/main" id="{3AD65C68-B4A1-47EB-91EA-E7C5BE1B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 xmlns:a="http://schemas.openxmlformats.org/drawingml/2006/main">
              <a:ext uri="{FF2B5EF4-FFF2-40B4-BE49-F238E27FC236}">
                <a16:creationId xmlns:a16="http://schemas.microsoft.com/office/drawing/2014/main" id="{16E2F569-EE36-498C-90ED-9022CC22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528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 xmlns:a="http://schemas.openxmlformats.org/drawingml/2006/main">
              <a:ext uri="{FF2B5EF4-FFF2-40B4-BE49-F238E27FC236}">
                <a16:creationId xmlns:a16="http://schemas.microsoft.com/office/drawing/2014/main" id="{560E375A-7EE2-4BEC-80D6-44006510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861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3" name="tool-3">
            <a:extLst xmlns:a="http://schemas.openxmlformats.org/drawingml/2006/main">
              <a:ext uri="{FF2B5EF4-FFF2-40B4-BE49-F238E27FC236}">
                <a16:creationId xmlns:a16="http://schemas.microsoft.com/office/drawing/2014/main" id="{E12271F6-391E-40F4-A9E6-DB77244E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 xmlns:a="http://schemas.openxmlformats.org/drawingml/2006/main">
              <a:ext uri="{FF2B5EF4-FFF2-40B4-BE49-F238E27FC236}">
                <a16:creationId xmlns:a16="http://schemas.microsoft.com/office/drawing/2014/main" id="{EDDF754B-323E-4A66-9753-361B7AE9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 xmlns:a="http://schemas.openxmlformats.org/drawingml/2006/main">
              <a:ext uri="{FF2B5EF4-FFF2-40B4-BE49-F238E27FC236}">
                <a16:creationId xmlns:a16="http://schemas.microsoft.com/office/drawing/2014/main" id="{E9BC7A59-C898-4156-89A7-F57C713B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07064649-E3D4-4781-8EAD-852DF155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 xmlns:a="http://schemas.openxmlformats.org/drawingml/2006/main">
              <a:ext uri="{FF2B5EF4-FFF2-40B4-BE49-F238E27FC236}">
                <a16:creationId xmlns:a16="http://schemas.microsoft.com/office/drawing/2014/main" id="{34881723-581C-4799-BC77-A0D14AA1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 xmlns:a="http://schemas.openxmlformats.org/drawingml/2006/main">
              <a:ext uri="{FF2B5EF4-FFF2-40B4-BE49-F238E27FC236}">
                <a16:creationId xmlns:a16="http://schemas.microsoft.com/office/drawing/2014/main" id="{2BBDC26B-8BE4-499D-BDCD-445F5FF5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815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3CBE8FB0-1877-468F-ABB3-C3A33CCF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205104450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6DB951D-A670-4149-8B31-6D3FFEE7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2392868-9993-4642-B42D-85545CA3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43FC0CB-E604-4FCC-B629-AAF441AE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19/23</a:t>
            </a:r>
          </a:p>
        </p:txBody>
      </p:sp>
      <p:sp>
        <p:nvSpPr>
          <p:cNvPr id="4" name="flow">
            <a:extLst xmlns:a="http://schemas.openxmlformats.org/drawingml/2006/main">
              <a:ext uri="{FF2B5EF4-FFF2-40B4-BE49-F238E27FC236}">
                <a16:creationId xmlns:a16="http://schemas.microsoft.com/office/drawing/2014/main" id="{2A2A1035-247C-428F-AC20-E30783BF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194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B1A865F7-1375-4552-950B-C2B12FFD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30CA63D2-B609-4090-92AE-64D47205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D3BFEC97-A064-4EF0-987E-D8A258BB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 xmlns:a="http://schemas.openxmlformats.org/drawingml/2006/main">
              <a:ext uri="{FF2B5EF4-FFF2-40B4-BE49-F238E27FC236}">
                <a16:creationId xmlns:a16="http://schemas.microsoft.com/office/drawing/2014/main" id="{F2E1263F-D142-4AF1-A3EA-FFF8131C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6E13410E-E7C7-4F3A-84E8-EBD76108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 xmlns:a="http://schemas.openxmlformats.org/drawingml/2006/main">
              <a:ext uri="{FF2B5EF4-FFF2-40B4-BE49-F238E27FC236}">
                <a16:creationId xmlns:a16="http://schemas.microsoft.com/office/drawing/2014/main" id="{1E54273A-C21A-49CD-B9F9-B11A1B9E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D206A0CF-B632-44B2-89FF-734C652B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 xmlns:a="http://schemas.openxmlformats.org/drawingml/2006/main">
              <a:ext uri="{FF2B5EF4-FFF2-40B4-BE49-F238E27FC236}">
                <a16:creationId xmlns:a16="http://schemas.microsoft.com/office/drawing/2014/main" id="{A6E2D3EF-D203-4830-9D5A-B5823140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 xmlns:a="http://schemas.openxmlformats.org/drawingml/2006/main">
              <a:ext uri="{FF2B5EF4-FFF2-40B4-BE49-F238E27FC236}">
                <a16:creationId xmlns:a16="http://schemas.microsoft.com/office/drawing/2014/main" id="{A9F388AD-86DD-44EA-9657-5FAB9D7E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example-text">
            <a:extLst xmlns:a="http://schemas.openxmlformats.org/drawingml/2006/main">
              <a:ext uri="{FF2B5EF4-FFF2-40B4-BE49-F238E27FC236}">
                <a16:creationId xmlns:a16="http://schemas.microsoft.com/office/drawing/2014/main" id="{BC292FA4-0826-4ED0-AED6-C45FC55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155805812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710E182-034C-4AFA-8714-87B7C020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EDFD4E-B647-4D0F-B161-360B7E00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292CB5A-147F-46CD-8F4E-DCE8C5A5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20/23</a:t>
            </a:r>
          </a:p>
        </p:txBody>
      </p:sp>
      <p:sp>
        <p:nvSpPr>
          <p:cNvPr id="4" name="f-0">
            <a:extLst xmlns:a="http://schemas.openxmlformats.org/drawingml/2006/main">
              <a:ext uri="{FF2B5EF4-FFF2-40B4-BE49-F238E27FC236}">
                <a16:creationId xmlns:a16="http://schemas.microsoft.com/office/drawing/2014/main" id="{34C34D20-5920-4D64-B484-89618052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-title-0">
            <a:extLst xmlns:a="http://schemas.openxmlformats.org/drawingml/2006/main">
              <a:ext uri="{FF2B5EF4-FFF2-40B4-BE49-F238E27FC236}">
                <a16:creationId xmlns:a16="http://schemas.microsoft.com/office/drawing/2014/main" id="{98E193ED-31DC-4444-B49D-2832F4AD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 xmlns:a="http://schemas.openxmlformats.org/drawingml/2006/main">
              <a:ext uri="{FF2B5EF4-FFF2-40B4-BE49-F238E27FC236}">
                <a16:creationId xmlns:a16="http://schemas.microsoft.com/office/drawing/2014/main" id="{2E6711EC-4B23-494E-9DCB-73D010CD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 xmlns:a="http://schemas.openxmlformats.org/drawingml/2006/main">
              <a:ext uri="{FF2B5EF4-FFF2-40B4-BE49-F238E27FC236}">
                <a16:creationId xmlns:a16="http://schemas.microsoft.com/office/drawing/2014/main" id="{2B051600-4B39-41D5-99A9-B3245D87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f-title-1">
            <a:extLst xmlns:a="http://schemas.openxmlformats.org/drawingml/2006/main">
              <a:ext uri="{FF2B5EF4-FFF2-40B4-BE49-F238E27FC236}">
                <a16:creationId xmlns:a16="http://schemas.microsoft.com/office/drawing/2014/main" id="{E896EEA8-0B02-42AB-A6FD-A6BCD5C2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 xmlns:a="http://schemas.openxmlformats.org/drawingml/2006/main">
              <a:ext uri="{FF2B5EF4-FFF2-40B4-BE49-F238E27FC236}">
                <a16:creationId xmlns:a16="http://schemas.microsoft.com/office/drawing/2014/main" id="{F8702597-8029-4359-AB62-49E042F6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 xmlns:a="http://schemas.openxmlformats.org/drawingml/2006/main">
              <a:ext uri="{FF2B5EF4-FFF2-40B4-BE49-F238E27FC236}">
                <a16:creationId xmlns:a16="http://schemas.microsoft.com/office/drawing/2014/main" id="{F57D18AE-80DC-4005-BE05-18884D1A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f-title-2">
            <a:extLst xmlns:a="http://schemas.openxmlformats.org/drawingml/2006/main">
              <a:ext uri="{FF2B5EF4-FFF2-40B4-BE49-F238E27FC236}">
                <a16:creationId xmlns:a16="http://schemas.microsoft.com/office/drawing/2014/main" id="{8B6B5B0C-EDB5-4EF5-B099-923F62D7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 xmlns:a="http://schemas.openxmlformats.org/drawingml/2006/main">
              <a:ext uri="{FF2B5EF4-FFF2-40B4-BE49-F238E27FC236}">
                <a16:creationId xmlns:a16="http://schemas.microsoft.com/office/drawing/2014/main" id="{4F7B288E-7472-40DC-ACC9-08729F6A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 xmlns:a="http://schemas.openxmlformats.org/drawingml/2006/main">
              <a:ext uri="{FF2B5EF4-FFF2-40B4-BE49-F238E27FC236}">
                <a16:creationId xmlns:a16="http://schemas.microsoft.com/office/drawing/2014/main" id="{911B79C9-9ACD-449F-8783-6C9247A4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f-title-3">
            <a:extLst xmlns:a="http://schemas.openxmlformats.org/drawingml/2006/main">
              <a:ext uri="{FF2B5EF4-FFF2-40B4-BE49-F238E27FC236}">
                <a16:creationId xmlns:a16="http://schemas.microsoft.com/office/drawing/2014/main" id="{972D2701-ECA5-41B9-8AE1-F336D293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 xmlns:a="http://schemas.openxmlformats.org/drawingml/2006/main">
              <a:ext uri="{FF2B5EF4-FFF2-40B4-BE49-F238E27FC236}">
                <a16:creationId xmlns:a16="http://schemas.microsoft.com/office/drawing/2014/main" id="{4D338281-03E4-4EBD-8C86-6B00BE28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 xmlns:a="http://schemas.openxmlformats.org/drawingml/2006/main">
              <a:ext uri="{FF2B5EF4-FFF2-40B4-BE49-F238E27FC236}">
                <a16:creationId xmlns:a16="http://schemas.microsoft.com/office/drawing/2014/main" id="{B6352CB1-9D48-4DD9-BFD7-2BD8AF84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-title-4">
            <a:extLst xmlns:a="http://schemas.openxmlformats.org/drawingml/2006/main">
              <a:ext uri="{FF2B5EF4-FFF2-40B4-BE49-F238E27FC236}">
                <a16:creationId xmlns:a16="http://schemas.microsoft.com/office/drawing/2014/main" id="{4797AB44-32D9-4935-ACC8-106729A3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 xmlns:a="http://schemas.openxmlformats.org/drawingml/2006/main">
              <a:ext uri="{FF2B5EF4-FFF2-40B4-BE49-F238E27FC236}">
                <a16:creationId xmlns:a16="http://schemas.microsoft.com/office/drawing/2014/main" id="{8D83BF03-E3B0-4207-926E-4A03B044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 xmlns:a="http://schemas.openxmlformats.org/drawingml/2006/main">
              <a:ext uri="{FF2B5EF4-FFF2-40B4-BE49-F238E27FC236}">
                <a16:creationId xmlns:a16="http://schemas.microsoft.com/office/drawing/2014/main" id="{065DECC3-3018-4087-9BF1-AB030A29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0" name="f-title-5">
            <a:extLst xmlns:a="http://schemas.openxmlformats.org/drawingml/2006/main">
              <a:ext uri="{FF2B5EF4-FFF2-40B4-BE49-F238E27FC236}">
                <a16:creationId xmlns:a16="http://schemas.microsoft.com/office/drawing/2014/main" id="{C8C5A1CC-0242-430F-9ABA-3B17D001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 xmlns:a="http://schemas.openxmlformats.org/drawingml/2006/main">
              <a:ext uri="{FF2B5EF4-FFF2-40B4-BE49-F238E27FC236}">
                <a16:creationId xmlns:a16="http://schemas.microsoft.com/office/drawing/2014/main" id="{D08200F3-1D5A-4CD2-8410-DD07A90B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1C8E59E2-A8E9-4BE4-9409-65E6B1C6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626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19392941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F03329C-DDC6-4EC8-8285-EBBC098C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BD2D15D-4D3E-4AA4-8AF6-34BEF18D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5E3921F-1A5D-4054-A7AC-76DF797A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21/23</a:t>
            </a:r>
          </a:p>
        </p:txBody>
      </p:sp>
      <p:sp>
        <p:nvSpPr>
          <p:cNvPr id="4" name="case-0">
            <a:extLst xmlns:a="http://schemas.openxmlformats.org/drawingml/2006/main">
              <a:ext uri="{FF2B5EF4-FFF2-40B4-BE49-F238E27FC236}">
                <a16:creationId xmlns:a16="http://schemas.microsoft.com/office/drawing/2014/main" id="{0656FF6B-CF80-416A-AFF4-BA54F48B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790DACDA-4381-4942-BCCB-C6564B26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 xmlns:a="http://schemas.openxmlformats.org/drawingml/2006/main">
              <a:ext uri="{FF2B5EF4-FFF2-40B4-BE49-F238E27FC236}">
                <a16:creationId xmlns:a16="http://schemas.microsoft.com/office/drawing/2014/main" id="{99A848F9-6389-490D-9284-E0393320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 xmlns:a="http://schemas.openxmlformats.org/drawingml/2006/main">
              <a:ext uri="{FF2B5EF4-FFF2-40B4-BE49-F238E27FC236}">
                <a16:creationId xmlns:a16="http://schemas.microsoft.com/office/drawing/2014/main" id="{03ABA9AB-E28B-4CD9-AF7E-2FD7DC4F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21DEA8C0-9138-497C-8F37-F38812E2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 xmlns:a="http://schemas.openxmlformats.org/drawingml/2006/main">
              <a:ext uri="{FF2B5EF4-FFF2-40B4-BE49-F238E27FC236}">
                <a16:creationId xmlns:a16="http://schemas.microsoft.com/office/drawing/2014/main" id="{0FB4B2CC-B14D-4AB5-BA1C-295A3C1A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 xmlns:a="http://schemas.openxmlformats.org/drawingml/2006/main">
              <a:ext uri="{FF2B5EF4-FFF2-40B4-BE49-F238E27FC236}">
                <a16:creationId xmlns:a16="http://schemas.microsoft.com/office/drawing/2014/main" id="{972FBCFF-816E-45E5-85A0-38B9A4CD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se-label-2">
            <a:extLst xmlns:a="http://schemas.openxmlformats.org/drawingml/2006/main">
              <a:ext uri="{FF2B5EF4-FFF2-40B4-BE49-F238E27FC236}">
                <a16:creationId xmlns:a16="http://schemas.microsoft.com/office/drawing/2014/main" id="{BCACD9FE-B586-4445-BFAA-28038811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 xmlns:a="http://schemas.openxmlformats.org/drawingml/2006/main">
              <a:ext uri="{FF2B5EF4-FFF2-40B4-BE49-F238E27FC236}">
                <a16:creationId xmlns:a16="http://schemas.microsoft.com/office/drawing/2014/main" id="{06785230-C2E9-430B-B3CF-8654AD02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 xmlns:a="http://schemas.openxmlformats.org/drawingml/2006/main">
              <a:ext uri="{FF2B5EF4-FFF2-40B4-BE49-F238E27FC236}">
                <a16:creationId xmlns:a16="http://schemas.microsoft.com/office/drawing/2014/main" id="{3AFFB7D7-281F-4113-8C58-FE2F5781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3184728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29384B9-3E7F-4E69-B006-62095ABD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8636B0E-EF6A-4AF0-AA2F-6EE2557D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CD6E65C-453B-4C96-B667-01DFEC41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22/23</a:t>
            </a:r>
          </a:p>
        </p:txBody>
      </p:sp>
      <p:sp>
        <p:nvSpPr>
          <p:cNvPr id="4" name="worksheet-0">
            <a:extLst xmlns:a="http://schemas.openxmlformats.org/drawingml/2006/main">
              <a:ext uri="{FF2B5EF4-FFF2-40B4-BE49-F238E27FC236}">
                <a16:creationId xmlns:a16="http://schemas.microsoft.com/office/drawing/2014/main" id="{AC2262E0-DE6D-4645-9EFF-1DCB6FF4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worksheet-head-0">
            <a:extLst xmlns:a="http://schemas.openxmlformats.org/drawingml/2006/main">
              <a:ext uri="{FF2B5EF4-FFF2-40B4-BE49-F238E27FC236}">
                <a16:creationId xmlns:a16="http://schemas.microsoft.com/office/drawing/2014/main" id="{691142AF-DC2C-48E8-AC78-BE4D1652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 xmlns:a="http://schemas.openxmlformats.org/drawingml/2006/main">
              <a:ext uri="{FF2B5EF4-FFF2-40B4-BE49-F238E27FC236}">
                <a16:creationId xmlns:a16="http://schemas.microsoft.com/office/drawing/2014/main" id="{31C2BB5E-DFA8-42F6-8BE5-DA8B5585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 xmlns:a="http://schemas.openxmlformats.org/drawingml/2006/main">
              <a:ext uri="{FF2B5EF4-FFF2-40B4-BE49-F238E27FC236}">
                <a16:creationId xmlns:a16="http://schemas.microsoft.com/office/drawing/2014/main" id="{2C5EFED3-1EFC-4935-9595-882C4E2F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worksheet-head-1">
            <a:extLst xmlns:a="http://schemas.openxmlformats.org/drawingml/2006/main">
              <a:ext uri="{FF2B5EF4-FFF2-40B4-BE49-F238E27FC236}">
                <a16:creationId xmlns:a16="http://schemas.microsoft.com/office/drawing/2014/main" id="{064025B4-E6B5-4F3A-9D4C-C665AF72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 xmlns:a="http://schemas.openxmlformats.org/drawingml/2006/main">
              <a:ext uri="{FF2B5EF4-FFF2-40B4-BE49-F238E27FC236}">
                <a16:creationId xmlns:a16="http://schemas.microsoft.com/office/drawing/2014/main" id="{A41DF58D-68F6-4A59-B295-68A4DA2D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 xmlns:a="http://schemas.openxmlformats.org/drawingml/2006/main">
              <a:ext uri="{FF2B5EF4-FFF2-40B4-BE49-F238E27FC236}">
                <a16:creationId xmlns:a16="http://schemas.microsoft.com/office/drawing/2014/main" id="{002ADAA0-294F-424C-8D8B-02A6EBD4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worksheet-head-2">
            <a:extLst xmlns:a="http://schemas.openxmlformats.org/drawingml/2006/main">
              <a:ext uri="{FF2B5EF4-FFF2-40B4-BE49-F238E27FC236}">
                <a16:creationId xmlns:a16="http://schemas.microsoft.com/office/drawing/2014/main" id="{ADDCADBD-E6C0-41EB-B1BE-310962FD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 xmlns:a="http://schemas.openxmlformats.org/drawingml/2006/main">
              <a:ext uri="{FF2B5EF4-FFF2-40B4-BE49-F238E27FC236}">
                <a16:creationId xmlns:a16="http://schemas.microsoft.com/office/drawing/2014/main" id="{967C3AD0-86B9-4339-AFE1-4FC9F9B4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 xmlns:a="http://schemas.openxmlformats.org/drawingml/2006/main">
              <a:ext uri="{FF2B5EF4-FFF2-40B4-BE49-F238E27FC236}">
                <a16:creationId xmlns:a16="http://schemas.microsoft.com/office/drawing/2014/main" id="{98F2BE24-38E8-4191-9265-5DF35D6D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worksheet-head-3">
            <a:extLst xmlns:a="http://schemas.openxmlformats.org/drawingml/2006/main">
              <a:ext uri="{FF2B5EF4-FFF2-40B4-BE49-F238E27FC236}">
                <a16:creationId xmlns:a16="http://schemas.microsoft.com/office/drawing/2014/main" id="{2B9D99BC-66B0-4CD5-B946-121EDF12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 xmlns:a="http://schemas.openxmlformats.org/drawingml/2006/main">
              <a:ext uri="{FF2B5EF4-FFF2-40B4-BE49-F238E27FC236}">
                <a16:creationId xmlns:a16="http://schemas.microsoft.com/office/drawing/2014/main" id="{FE73ABBE-4C49-47AF-9924-A9987A91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 xmlns:a="http://schemas.openxmlformats.org/drawingml/2006/main">
              <a:ext uri="{FF2B5EF4-FFF2-40B4-BE49-F238E27FC236}">
                <a16:creationId xmlns:a16="http://schemas.microsoft.com/office/drawing/2014/main" id="{0879CFA7-F918-41D0-A1A3-1FE97DE6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worksheet-head-4">
            <a:extLst xmlns:a="http://schemas.openxmlformats.org/drawingml/2006/main">
              <a:ext uri="{FF2B5EF4-FFF2-40B4-BE49-F238E27FC236}">
                <a16:creationId xmlns:a16="http://schemas.microsoft.com/office/drawing/2014/main" id="{A6BF8A1D-1DB8-45E1-A2BF-44CE2551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 xmlns:a="http://schemas.openxmlformats.org/drawingml/2006/main">
              <a:ext uri="{FF2B5EF4-FFF2-40B4-BE49-F238E27FC236}">
                <a16:creationId xmlns:a16="http://schemas.microsoft.com/office/drawing/2014/main" id="{E71E9612-1288-45C3-B0AE-A21EC75B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 xmlns:a="http://schemas.openxmlformats.org/drawingml/2006/main">
              <a:ext uri="{FF2B5EF4-FFF2-40B4-BE49-F238E27FC236}">
                <a16:creationId xmlns:a16="http://schemas.microsoft.com/office/drawing/2014/main" id="{4824A7E5-DE13-4165-9FA0-061750B8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95850"/>
            <a:ext cx="8267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deliverable-text">
            <a:extLst xmlns:a="http://schemas.openxmlformats.org/drawingml/2006/main">
              <a:ext uri="{FF2B5EF4-FFF2-40B4-BE49-F238E27FC236}">
                <a16:creationId xmlns:a16="http://schemas.microsoft.com/office/drawing/2014/main" id="{9D0B2D31-C0BB-4CD8-AC4B-A22FB38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673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61889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ransition-title">
            <a:extLst xmlns:a="http://schemas.openxmlformats.org/drawingml/2006/main">
              <a:ext uri="{FF2B5EF4-FFF2-40B4-BE49-F238E27FC236}">
                <a16:creationId xmlns:a16="http://schemas.microsoft.com/office/drawing/2014/main" id="{6363A4F9-238C-42DC-B3AE-0DF2F841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 xmlns:a="http://schemas.openxmlformats.org/drawingml/2006/main">
              <a:ext uri="{FF2B5EF4-FFF2-40B4-BE49-F238E27FC236}">
                <a16:creationId xmlns:a16="http://schemas.microsoft.com/office/drawing/2014/main" id="{E76508AC-0423-4E37-949C-7F2878FC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-to-bus">
            <a:extLst xmlns:a="http://schemas.openxmlformats.org/drawingml/2006/main">
              <a:ext uri="{FF2B5EF4-FFF2-40B4-BE49-F238E27FC236}">
                <a16:creationId xmlns:a16="http://schemas.microsoft.com/office/drawing/2014/main" id="{A4C0C9D0-B424-49B3-A8F0-324F7BFB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52750"/>
            <a:ext cx="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4" name="context-to-bus">
            <a:extLst xmlns:a="http://schemas.openxmlformats.org/drawingml/2006/main">
              <a:ext uri="{FF2B5EF4-FFF2-40B4-BE49-F238E27FC236}">
                <a16:creationId xmlns:a16="http://schemas.microsoft.com/office/drawing/2014/main" id="{743C3474-3803-4012-A68B-36F3A0D4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76675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5" name="bus-to-tools">
            <a:extLst xmlns:a="http://schemas.openxmlformats.org/drawingml/2006/main">
              <a:ext uri="{FF2B5EF4-FFF2-40B4-BE49-F238E27FC236}">
                <a16:creationId xmlns:a16="http://schemas.microsoft.com/office/drawing/2014/main" id="{59AA3757-4C5B-4292-BF64-C95F5646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76675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6" name="model">
            <a:extLst xmlns:a="http://schemas.openxmlformats.org/drawingml/2006/main">
              <a:ext uri="{FF2B5EF4-FFF2-40B4-BE49-F238E27FC236}">
                <a16:creationId xmlns:a16="http://schemas.microsoft.com/office/drawing/2014/main" id="{0AFE8160-C240-4905-867D-852DAA83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6002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context">
            <a:extLst xmlns:a="http://schemas.openxmlformats.org/drawingml/2006/main">
              <a:ext uri="{FF2B5EF4-FFF2-40B4-BE49-F238E27FC236}">
                <a16:creationId xmlns:a16="http://schemas.microsoft.com/office/drawing/2014/main" id="{0EED2579-9581-4171-A26A-DFDF73A7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390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8" name="tools">
            <a:extLst xmlns:a="http://schemas.openxmlformats.org/drawingml/2006/main">
              <a:ext uri="{FF2B5EF4-FFF2-40B4-BE49-F238E27FC236}">
                <a16:creationId xmlns:a16="http://schemas.microsoft.com/office/drawing/2014/main" id="{341A6687-4DF1-4387-9209-28A5135A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181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9" name="verify">
            <a:extLst xmlns:a="http://schemas.openxmlformats.org/drawingml/2006/main">
              <a:ext uri="{FF2B5EF4-FFF2-40B4-BE49-F238E27FC236}">
                <a16:creationId xmlns:a16="http://schemas.microsoft.com/office/drawing/2014/main" id="{BFB329BD-BAF9-401B-A7EF-9ABF362C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8155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C2E61698-1713-4F68-9A50-7C3B0C71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8139C38A-BB0D-4598-9056-09623FFD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23/23</a:t>
            </a:r>
          </a:p>
        </p:txBody>
      </p:sp>
    </p:spTree>
    <p:extLst>
      <p:ext uri="{BB962C8B-B14F-4D97-AF65-F5344CB8AC3E}">
        <p14:creationId xmlns:p14="http://schemas.microsoft.com/office/powerpoint/2010/main" val="1250291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2026-07-05T13:58:03.0160000Z</dcterms:created>
  <dcterms:modified xsi:type="dcterms:W3CDTF">2026-07-05T13:58:03.0160000Z</dcterms:modified>
</coreProperties>
</file>